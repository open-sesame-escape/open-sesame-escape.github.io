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2"/>
  </p:normalViewPr>
  <p:slideViewPr>
    <p:cSldViewPr snapToGrid="0">
      <p:cViewPr varScale="1">
        <p:scale>
          <a:sx n="66" d="100"/>
          <a:sy n="66" d="100"/>
        </p:scale>
        <p:origin x="3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4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5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6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8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7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3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30665-A7C2-D348-82CA-EB74A117EFA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6B7B9-4A27-184F-846C-DCC5030E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5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E3D453A8-78BC-2489-AC5F-F9589537B9DE}"/>
              </a:ext>
            </a:extLst>
          </p:cNvPr>
          <p:cNvGrpSpPr/>
          <p:nvPr/>
        </p:nvGrpSpPr>
        <p:grpSpPr>
          <a:xfrm>
            <a:off x="1384997" y="930728"/>
            <a:ext cx="4088007" cy="7282544"/>
            <a:chOff x="817122" y="1001485"/>
            <a:chExt cx="4088007" cy="728254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8228B98-6997-25E6-1C40-19AFA3AFE576}"/>
                </a:ext>
              </a:extLst>
            </p:cNvPr>
            <p:cNvGrpSpPr/>
            <p:nvPr/>
          </p:nvGrpSpPr>
          <p:grpSpPr>
            <a:xfrm>
              <a:off x="817122" y="1012371"/>
              <a:ext cx="2045821" cy="7271658"/>
              <a:chOff x="817122" y="1012371"/>
              <a:chExt cx="2045821" cy="7271658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2917AEEA-70B1-0F73-84D6-CD14AC551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5514" y="1219200"/>
                <a:ext cx="729343" cy="37011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590945E-CB31-498D-5F9B-C4DE3F00C30F}"/>
                  </a:ext>
                </a:extLst>
              </p:cNvPr>
              <p:cNvCxnSpPr/>
              <p:nvPr/>
            </p:nvCxnSpPr>
            <p:spPr>
              <a:xfrm flipH="1">
                <a:off x="817122" y="1589314"/>
                <a:ext cx="859278" cy="12845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D9CD82B-355C-7E69-7D0E-3155058B5489}"/>
                  </a:ext>
                </a:extLst>
              </p:cNvPr>
              <p:cNvCxnSpPr/>
              <p:nvPr/>
            </p:nvCxnSpPr>
            <p:spPr>
              <a:xfrm>
                <a:off x="817122" y="2852057"/>
                <a:ext cx="0" cy="13498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6438AE8-4898-90DD-FA4B-9574025201F1}"/>
                  </a:ext>
                </a:extLst>
              </p:cNvPr>
              <p:cNvCxnSpPr/>
              <p:nvPr/>
            </p:nvCxnSpPr>
            <p:spPr>
              <a:xfrm>
                <a:off x="817122" y="4212771"/>
                <a:ext cx="55447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DCA3E26-04CC-1FB7-435D-9B7383500E25}"/>
                  </a:ext>
                </a:extLst>
              </p:cNvPr>
              <p:cNvCxnSpPr/>
              <p:nvPr/>
            </p:nvCxnSpPr>
            <p:spPr>
              <a:xfrm flipV="1">
                <a:off x="1382486" y="3080657"/>
                <a:ext cx="0" cy="11212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DA0C780-F8C1-873A-72A0-85DF37549DFE}"/>
                  </a:ext>
                </a:extLst>
              </p:cNvPr>
              <p:cNvCxnSpPr/>
              <p:nvPr/>
            </p:nvCxnSpPr>
            <p:spPr>
              <a:xfrm flipV="1">
                <a:off x="1371600" y="2677886"/>
                <a:ext cx="424543" cy="40277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FAB4E06-F33E-12FF-3EAE-90B3677FB4E0}"/>
                  </a:ext>
                </a:extLst>
              </p:cNvPr>
              <p:cNvCxnSpPr/>
              <p:nvPr/>
            </p:nvCxnSpPr>
            <p:spPr>
              <a:xfrm>
                <a:off x="1796143" y="2677886"/>
                <a:ext cx="0" cy="134982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AF78444-622A-A50B-4FC6-72EC9B56DA91}"/>
                  </a:ext>
                </a:extLst>
              </p:cNvPr>
              <p:cNvCxnSpPr/>
              <p:nvPr/>
            </p:nvCxnSpPr>
            <p:spPr>
              <a:xfrm flipH="1">
                <a:off x="1583871" y="4027714"/>
                <a:ext cx="212272" cy="415834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0FC6941-4883-8647-A076-3F94AC58E0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3871" y="8186057"/>
                <a:ext cx="898072" cy="979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1EC9647-AC92-D3ED-BCD1-05EB3FD2D830}"/>
                  </a:ext>
                </a:extLst>
              </p:cNvPr>
              <p:cNvCxnSpPr/>
              <p:nvPr/>
            </p:nvCxnSpPr>
            <p:spPr>
              <a:xfrm flipV="1">
                <a:off x="2492829" y="5083629"/>
                <a:ext cx="370114" cy="318951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9F105D5-AB11-D08E-B4BF-5E3BBC79FB30}"/>
                  </a:ext>
                </a:extLst>
              </p:cNvPr>
              <p:cNvCxnSpPr/>
              <p:nvPr/>
            </p:nvCxnSpPr>
            <p:spPr>
              <a:xfrm flipV="1">
                <a:off x="2394857" y="1012371"/>
                <a:ext cx="174172" cy="2068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DB16BF7-1667-9F95-D2CB-AE94151D7B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9029" y="1012371"/>
                <a:ext cx="108857" cy="7402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D49BBA5-98B2-29AC-EF08-6BE37FF95CA9}"/>
                  </a:ext>
                </a:extLst>
              </p:cNvPr>
              <p:cNvCxnSpPr/>
              <p:nvPr/>
            </p:nvCxnSpPr>
            <p:spPr>
              <a:xfrm flipH="1">
                <a:off x="2394857" y="1763486"/>
                <a:ext cx="28302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0B3A3C0-C424-3929-35BB-091DD572F29F}"/>
                  </a:ext>
                </a:extLst>
              </p:cNvPr>
              <p:cNvCxnSpPr/>
              <p:nvPr/>
            </p:nvCxnSpPr>
            <p:spPr>
              <a:xfrm flipV="1">
                <a:off x="2394857" y="1219200"/>
                <a:ext cx="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AF02487-BE2D-5FEC-AB7A-2352EB102B62}"/>
                </a:ext>
              </a:extLst>
            </p:cNvPr>
            <p:cNvGrpSpPr/>
            <p:nvPr/>
          </p:nvGrpSpPr>
          <p:grpSpPr>
            <a:xfrm flipH="1">
              <a:off x="2859308" y="1012371"/>
              <a:ext cx="2045821" cy="7271658"/>
              <a:chOff x="817122" y="1012371"/>
              <a:chExt cx="2045821" cy="7271658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33C10D4-3D4C-CAE7-276C-54FD93F4D1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5514" y="1219200"/>
                <a:ext cx="729343" cy="37011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56BEE01-0C4C-52EA-E84C-BA88701D6E62}"/>
                  </a:ext>
                </a:extLst>
              </p:cNvPr>
              <p:cNvCxnSpPr/>
              <p:nvPr/>
            </p:nvCxnSpPr>
            <p:spPr>
              <a:xfrm flipH="1">
                <a:off x="817122" y="1589314"/>
                <a:ext cx="859278" cy="12845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8C29EE2-78D0-9581-3D08-7AA5EA24934B}"/>
                  </a:ext>
                </a:extLst>
              </p:cNvPr>
              <p:cNvCxnSpPr/>
              <p:nvPr/>
            </p:nvCxnSpPr>
            <p:spPr>
              <a:xfrm>
                <a:off x="817122" y="2852057"/>
                <a:ext cx="0" cy="13498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9030C9E-4A4B-B035-0F25-828522EF0C29}"/>
                  </a:ext>
                </a:extLst>
              </p:cNvPr>
              <p:cNvCxnSpPr/>
              <p:nvPr/>
            </p:nvCxnSpPr>
            <p:spPr>
              <a:xfrm>
                <a:off x="817122" y="4212771"/>
                <a:ext cx="55447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F5288D7-1583-325F-CB2E-7BC2442FA8CE}"/>
                  </a:ext>
                </a:extLst>
              </p:cNvPr>
              <p:cNvCxnSpPr/>
              <p:nvPr/>
            </p:nvCxnSpPr>
            <p:spPr>
              <a:xfrm flipV="1">
                <a:off x="1382486" y="3080657"/>
                <a:ext cx="0" cy="11212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E6E2D08-42CE-C956-5724-001716E9C6B8}"/>
                  </a:ext>
                </a:extLst>
              </p:cNvPr>
              <p:cNvCxnSpPr/>
              <p:nvPr/>
            </p:nvCxnSpPr>
            <p:spPr>
              <a:xfrm flipV="1">
                <a:off x="1371600" y="2677886"/>
                <a:ext cx="424543" cy="40277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0CEA148-21D5-A559-5072-D4451B790652}"/>
                  </a:ext>
                </a:extLst>
              </p:cNvPr>
              <p:cNvCxnSpPr/>
              <p:nvPr/>
            </p:nvCxnSpPr>
            <p:spPr>
              <a:xfrm>
                <a:off x="1796143" y="2677886"/>
                <a:ext cx="0" cy="134982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D513A86-0AB8-7950-5EF6-F6E507AC6500}"/>
                  </a:ext>
                </a:extLst>
              </p:cNvPr>
              <p:cNvCxnSpPr/>
              <p:nvPr/>
            </p:nvCxnSpPr>
            <p:spPr>
              <a:xfrm flipH="1">
                <a:off x="1583871" y="4027714"/>
                <a:ext cx="212272" cy="415834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6ADD7F7-E6F4-826F-E807-E6D429ADE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3871" y="8186057"/>
                <a:ext cx="898072" cy="979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AADB666-CD09-AEDA-9659-2C79B06A71E5}"/>
                  </a:ext>
                </a:extLst>
              </p:cNvPr>
              <p:cNvCxnSpPr/>
              <p:nvPr/>
            </p:nvCxnSpPr>
            <p:spPr>
              <a:xfrm flipV="1">
                <a:off x="2492829" y="5083629"/>
                <a:ext cx="370114" cy="318951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43EBCB5-8F54-0417-F3C1-A3A39AD573F9}"/>
                  </a:ext>
                </a:extLst>
              </p:cNvPr>
              <p:cNvCxnSpPr/>
              <p:nvPr/>
            </p:nvCxnSpPr>
            <p:spPr>
              <a:xfrm flipV="1">
                <a:off x="2394857" y="1012371"/>
                <a:ext cx="174172" cy="2068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F8AB6CF-9CEF-559D-B280-56BE35371E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9029" y="1012371"/>
                <a:ext cx="108857" cy="7402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B011CCE-1AEF-14B3-F930-2234A2FAC395}"/>
                  </a:ext>
                </a:extLst>
              </p:cNvPr>
              <p:cNvCxnSpPr/>
              <p:nvPr/>
            </p:nvCxnSpPr>
            <p:spPr>
              <a:xfrm flipH="1">
                <a:off x="2394857" y="1763486"/>
                <a:ext cx="28302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A311D01-8DA3-FDCC-C63D-CD701168FCFE}"/>
                  </a:ext>
                </a:extLst>
              </p:cNvPr>
              <p:cNvCxnSpPr/>
              <p:nvPr/>
            </p:nvCxnSpPr>
            <p:spPr>
              <a:xfrm flipV="1">
                <a:off x="2394857" y="1219200"/>
                <a:ext cx="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971ED03-D129-9841-63F3-85EACC6477AD}"/>
                </a:ext>
              </a:extLst>
            </p:cNvPr>
            <p:cNvCxnSpPr/>
            <p:nvPr/>
          </p:nvCxnSpPr>
          <p:spPr>
            <a:xfrm>
              <a:off x="2569029" y="1001485"/>
              <a:ext cx="578968" cy="108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723EA42-923D-14EC-3CE8-7B6DEEAACB65}"/>
                </a:ext>
              </a:extLst>
            </p:cNvPr>
            <p:cNvCxnSpPr>
              <a:cxnSpLocks/>
            </p:cNvCxnSpPr>
            <p:nvPr/>
          </p:nvCxnSpPr>
          <p:spPr>
            <a:xfrm>
              <a:off x="2623457" y="1208314"/>
              <a:ext cx="47011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62DAA87-EC65-C77F-2309-A0A620D85EB7}"/>
                </a:ext>
              </a:extLst>
            </p:cNvPr>
            <p:cNvCxnSpPr/>
            <p:nvPr/>
          </p:nvCxnSpPr>
          <p:spPr>
            <a:xfrm>
              <a:off x="1796143" y="4027714"/>
              <a:ext cx="2129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34E0268-2E93-5EDA-F7A0-34F7AF498A31}"/>
                </a:ext>
              </a:extLst>
            </p:cNvPr>
            <p:cNvCxnSpPr/>
            <p:nvPr/>
          </p:nvCxnSpPr>
          <p:spPr>
            <a:xfrm flipH="1">
              <a:off x="2790226" y="1752600"/>
              <a:ext cx="254139" cy="2541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9909D51C-4002-54B1-58A1-FD3E554DC640}"/>
                </a:ext>
              </a:extLst>
            </p:cNvPr>
            <p:cNvCxnSpPr/>
            <p:nvPr/>
          </p:nvCxnSpPr>
          <p:spPr>
            <a:xfrm>
              <a:off x="2677886" y="1752600"/>
              <a:ext cx="175478" cy="175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EC8D7A83-E7E9-96D2-B561-D56D4B05A978}"/>
                </a:ext>
              </a:extLst>
            </p:cNvPr>
            <p:cNvCxnSpPr/>
            <p:nvPr/>
          </p:nvCxnSpPr>
          <p:spPr>
            <a:xfrm>
              <a:off x="2790226" y="2006739"/>
              <a:ext cx="0" cy="202097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F377CCD-0041-95C8-8BDF-095DDCA3ADD9}"/>
              </a:ext>
            </a:extLst>
          </p:cNvPr>
          <p:cNvSpPr txBox="1"/>
          <p:nvPr/>
        </p:nvSpPr>
        <p:spPr>
          <a:xfrm>
            <a:off x="3753754" y="1837648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898E9D77-8099-FF97-73A9-91407545C919}"/>
              </a:ext>
            </a:extLst>
          </p:cNvPr>
          <p:cNvSpPr txBox="1"/>
          <p:nvPr/>
        </p:nvSpPr>
        <p:spPr>
          <a:xfrm>
            <a:off x="3382980" y="3271832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BAFC3F85-6B48-5A83-426D-203484D3D160}"/>
              </a:ext>
            </a:extLst>
          </p:cNvPr>
          <p:cNvSpPr txBox="1"/>
          <p:nvPr/>
        </p:nvSpPr>
        <p:spPr>
          <a:xfrm>
            <a:off x="4529653" y="1901016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41442331-86D1-56BA-CBE9-AA68A29A64FA}"/>
              </a:ext>
            </a:extLst>
          </p:cNvPr>
          <p:cNvSpPr txBox="1"/>
          <p:nvPr/>
        </p:nvSpPr>
        <p:spPr>
          <a:xfrm>
            <a:off x="1825186" y="1901016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5D0E8F69-55B7-963D-8883-BD703AA3B54F}"/>
              </a:ext>
            </a:extLst>
          </p:cNvPr>
          <p:cNvSpPr txBox="1"/>
          <p:nvPr/>
        </p:nvSpPr>
        <p:spPr>
          <a:xfrm>
            <a:off x="2482369" y="6015663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0732A67F-565B-DBBC-7C09-CD7216068917}"/>
              </a:ext>
            </a:extLst>
          </p:cNvPr>
          <p:cNvSpPr txBox="1"/>
          <p:nvPr/>
        </p:nvSpPr>
        <p:spPr>
          <a:xfrm>
            <a:off x="3944104" y="6015663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00539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6</Words>
  <Application>Microsoft Macintosh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Moreland</dc:creator>
  <cp:lastModifiedBy>Kenneth Moreland</cp:lastModifiedBy>
  <cp:revision>2</cp:revision>
  <dcterms:created xsi:type="dcterms:W3CDTF">2026-03-31T23:48:42Z</dcterms:created>
  <dcterms:modified xsi:type="dcterms:W3CDTF">2026-04-01T00:12:50Z</dcterms:modified>
</cp:coreProperties>
</file>