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6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5"/>
    <p:restoredTop sz="94679"/>
  </p:normalViewPr>
  <p:slideViewPr>
    <p:cSldViewPr snapToGrid="0">
      <p:cViewPr varScale="1">
        <p:scale>
          <a:sx n="104" d="100"/>
          <a:sy n="104" d="100"/>
        </p:scale>
        <p:origin x="1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AB10-8CF8-DD4D-85E3-6DDEBF68C115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980E5-5518-564A-BB35-EF13B449B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6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E9CA8-511E-C7FE-777B-2DD835229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A7410-F8ED-9242-0895-83A3A3515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4508F-0507-431A-5F7D-1E7E85035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AA86F-C993-A0FA-AC26-6A7E9FDE1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980E5-5518-564A-BB35-EF13B449BF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19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7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3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0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4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6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4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56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7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0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1EA1C-474E-8943-A61D-C67DE89812B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AB258-B471-FB43-9A17-9A0699658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5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0B2BBB9-3551-683A-5C55-435489DCAF3C}"/>
              </a:ext>
            </a:extLst>
          </p:cNvPr>
          <p:cNvGrpSpPr/>
          <p:nvPr/>
        </p:nvGrpSpPr>
        <p:grpSpPr>
          <a:xfrm>
            <a:off x="914400" y="3799703"/>
            <a:ext cx="7315200" cy="2630493"/>
            <a:chOff x="1828800" y="4227507"/>
            <a:chExt cx="7315200" cy="26304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94394B0-5D2E-3EC4-3CA8-95960F10B34B}"/>
                </a:ext>
              </a:extLst>
            </p:cNvPr>
            <p:cNvSpPr/>
            <p:nvPr/>
          </p:nvSpPr>
          <p:spPr>
            <a:xfrm>
              <a:off x="1828800" y="4572000"/>
              <a:ext cx="73152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46157F0-ADDA-DAB2-5768-5C4BE541BE5F}"/>
                </a:ext>
              </a:extLst>
            </p:cNvPr>
            <p:cNvGrpSpPr/>
            <p:nvPr/>
          </p:nvGrpSpPr>
          <p:grpSpPr>
            <a:xfrm>
              <a:off x="2125362" y="4227507"/>
              <a:ext cx="321276" cy="2630493"/>
              <a:chOff x="2125362" y="5257799"/>
              <a:chExt cx="321276" cy="9144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03E9266-EBD3-DAE3-F44C-49BB6FC75DE3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7DEE6B8D-A761-28DD-CC83-EBBE809284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9812D9C-2549-93B1-5D7C-6ED5E0CD8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3390E9-EB55-8F04-2A8A-650F5B18C067}"/>
                </a:ext>
              </a:extLst>
            </p:cNvPr>
            <p:cNvGrpSpPr/>
            <p:nvPr/>
          </p:nvGrpSpPr>
          <p:grpSpPr>
            <a:xfrm>
              <a:off x="3192162" y="6365875"/>
              <a:ext cx="321276" cy="492125"/>
              <a:chOff x="2125362" y="5257799"/>
              <a:chExt cx="321276" cy="9144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4C8F21-9840-04E2-51E1-E630EA6DA107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E1356EF-BBCA-134F-5DEB-D9EEBDF327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09EF0CD-63D4-313D-6EC5-911BF14C93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885497A-2A24-893C-DD71-49361A6F22D4}"/>
                </a:ext>
              </a:extLst>
            </p:cNvPr>
            <p:cNvGrpSpPr/>
            <p:nvPr/>
          </p:nvGrpSpPr>
          <p:grpSpPr>
            <a:xfrm>
              <a:off x="7459362" y="5411022"/>
              <a:ext cx="321276" cy="1446978"/>
              <a:chOff x="2125362" y="5257799"/>
              <a:chExt cx="321276" cy="9144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10513CA-0F21-93CD-72EF-5B8A09982FFB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9046CBA-0F97-7725-37A5-4843DED07E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6A8CD42-372F-39FF-AC8E-18FB859E84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98180B6-FF5C-FD10-5E8B-DA15F62D271F}"/>
                </a:ext>
              </a:extLst>
            </p:cNvPr>
            <p:cNvGrpSpPr/>
            <p:nvPr/>
          </p:nvGrpSpPr>
          <p:grpSpPr>
            <a:xfrm>
              <a:off x="8526162" y="4227507"/>
              <a:ext cx="321276" cy="2630493"/>
              <a:chOff x="2125362" y="5257799"/>
              <a:chExt cx="321276" cy="9144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BC9E85A-7941-BA1A-A0D0-BBE4800A484E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EBF789C-BB71-B319-047B-A6E13A2FD2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4121000-5C6C-07D2-C10B-E672C5E1C1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2D4F062-023E-56B7-6032-46C5E07611C2}"/>
                </a:ext>
              </a:extLst>
            </p:cNvPr>
            <p:cNvGrpSpPr/>
            <p:nvPr/>
          </p:nvGrpSpPr>
          <p:grpSpPr>
            <a:xfrm rot="5400000">
              <a:off x="5165124" y="3178569"/>
              <a:ext cx="321276" cy="4267200"/>
              <a:chOff x="2125362" y="5257799"/>
              <a:chExt cx="321276" cy="91440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50F0E9D-07D8-AF42-08D6-6C862BC93B79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72F66E2-0598-BF73-BC01-E52A08AF1F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16AB437-AB11-1D06-D3DA-53A528B67C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DBCB920-BF91-A268-7E35-1FE8DB613A98}"/>
                </a:ext>
              </a:extLst>
            </p:cNvPr>
            <p:cNvGrpSpPr/>
            <p:nvPr/>
          </p:nvGrpSpPr>
          <p:grpSpPr>
            <a:xfrm rot="10800000">
              <a:off x="6683359" y="5726840"/>
              <a:ext cx="640080" cy="640080"/>
              <a:chOff x="4580238" y="1556951"/>
              <a:chExt cx="640080" cy="640080"/>
            </a:xfrm>
          </p:grpSpPr>
          <p:sp>
            <p:nvSpPr>
              <p:cNvPr id="40" name="Pie 39">
                <a:extLst>
                  <a:ext uri="{FF2B5EF4-FFF2-40B4-BE49-F238E27FC236}">
                    <a16:creationId xmlns:a16="http://schemas.microsoft.com/office/drawing/2014/main" id="{C2983E43-43DB-7629-E2C7-CF85B99A1852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7E3C4338-1C23-1D1B-FB2D-05045B09D02F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C7AF38E-13A9-543B-1C4D-365E915D1CE7}"/>
                </a:ext>
              </a:extLst>
            </p:cNvPr>
            <p:cNvGrpSpPr/>
            <p:nvPr/>
          </p:nvGrpSpPr>
          <p:grpSpPr>
            <a:xfrm>
              <a:off x="3192162" y="6045644"/>
              <a:ext cx="640080" cy="640080"/>
              <a:chOff x="4580238" y="1556951"/>
              <a:chExt cx="640080" cy="640080"/>
            </a:xfrm>
          </p:grpSpPr>
          <p:sp>
            <p:nvSpPr>
              <p:cNvPr id="48" name="Pie 47">
                <a:extLst>
                  <a:ext uri="{FF2B5EF4-FFF2-40B4-BE49-F238E27FC236}">
                    <a16:creationId xmlns:a16="http://schemas.microsoft.com/office/drawing/2014/main" id="{282F526C-788C-1DE5-DE28-8BD3F8917129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23EA05CF-CF54-0445-2E00-02E4E47C50A2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5DF3DF8-D2DF-55AF-E69C-B7FCBCFD09E3}"/>
                </a:ext>
              </a:extLst>
            </p:cNvPr>
            <p:cNvGrpSpPr/>
            <p:nvPr/>
          </p:nvGrpSpPr>
          <p:grpSpPr>
            <a:xfrm rot="5400000">
              <a:off x="5105400" y="4453682"/>
              <a:ext cx="321276" cy="3505199"/>
              <a:chOff x="2125362" y="5257799"/>
              <a:chExt cx="321276" cy="9144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28D4CAF-7D3E-3EFB-645A-E0F2351734F0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8313ED82-658D-FFCD-417D-EAF474BBFE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0973ABF-CC10-F9A7-65E3-2754F9320A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B2D79C1-196E-3D6B-95FD-90FEFC06B544}"/>
                </a:ext>
              </a:extLst>
            </p:cNvPr>
            <p:cNvGrpSpPr/>
            <p:nvPr/>
          </p:nvGrpSpPr>
          <p:grpSpPr>
            <a:xfrm>
              <a:off x="7002163" y="4227507"/>
              <a:ext cx="321276" cy="1818136"/>
              <a:chOff x="2125362" y="5257799"/>
              <a:chExt cx="321276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D2098B8-0977-8CE8-58C6-D5168BA94360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83E7997E-D2EB-5003-3930-8C78056871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8CBE4A8-1966-4690-9FF9-F161A59283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45FE03B-F0A4-FCD6-43B6-7867B50F067F}"/>
                </a:ext>
              </a:extLst>
            </p:cNvPr>
            <p:cNvGrpSpPr/>
            <p:nvPr/>
          </p:nvGrpSpPr>
          <p:grpSpPr>
            <a:xfrm>
              <a:off x="4258962" y="4227507"/>
              <a:ext cx="321276" cy="2630493"/>
              <a:chOff x="2125362" y="5257799"/>
              <a:chExt cx="321276" cy="9144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2938F30-5195-585A-ABCA-A538874D62E9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D48E0A5-6A9D-0964-6D0A-301A2449B8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416AEE9-95D6-59A5-F443-B5B0FA3EFB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46390DA-7FF0-BEAB-3A66-51CB4112F431}"/>
                </a:ext>
              </a:extLst>
            </p:cNvPr>
            <p:cNvGrpSpPr/>
            <p:nvPr/>
          </p:nvGrpSpPr>
          <p:grpSpPr>
            <a:xfrm>
              <a:off x="5325762" y="4227507"/>
              <a:ext cx="321276" cy="2630493"/>
              <a:chOff x="2125362" y="5257799"/>
              <a:chExt cx="321276" cy="9144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E8D75B6-4990-555C-5FB9-B3F62A30FAE6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19940AB-668F-6BDF-B4D5-804251C1E8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6D31512-1D30-611D-ED8E-BF9EEEE8E4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F4787CB-3415-17A4-B984-5E8E9CC834AE}"/>
                </a:ext>
              </a:extLst>
            </p:cNvPr>
            <p:cNvGrpSpPr/>
            <p:nvPr/>
          </p:nvGrpSpPr>
          <p:grpSpPr>
            <a:xfrm>
              <a:off x="6392562" y="4227507"/>
              <a:ext cx="321276" cy="2630493"/>
              <a:chOff x="2125362" y="5257799"/>
              <a:chExt cx="321276" cy="9144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0450112-37C2-078E-AD35-3609E27E0884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D6224AC-7BA2-8950-FF92-EFC6EFC232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BCF29D8-5531-60D0-F281-06D9E8AA7F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A3BA216-CA62-31D1-E622-A064AECAB540}"/>
                </a:ext>
              </a:extLst>
            </p:cNvPr>
            <p:cNvGrpSpPr/>
            <p:nvPr/>
          </p:nvGrpSpPr>
          <p:grpSpPr>
            <a:xfrm rot="5400000">
              <a:off x="7140558" y="5148183"/>
              <a:ext cx="640080" cy="640080"/>
              <a:chOff x="4580238" y="1556951"/>
              <a:chExt cx="640080" cy="640080"/>
            </a:xfrm>
          </p:grpSpPr>
          <p:sp>
            <p:nvSpPr>
              <p:cNvPr id="66" name="Pie 65">
                <a:extLst>
                  <a:ext uri="{FF2B5EF4-FFF2-40B4-BE49-F238E27FC236}">
                    <a16:creationId xmlns:a16="http://schemas.microsoft.com/office/drawing/2014/main" id="{B7CCFFA7-E025-3F13-0FB2-D04E4B1A0188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Arc 66">
                <a:extLst>
                  <a:ext uri="{FF2B5EF4-FFF2-40B4-BE49-F238E27FC236}">
                    <a16:creationId xmlns:a16="http://schemas.microsoft.com/office/drawing/2014/main" id="{9067EDAA-50C6-3419-90D9-DF6D4E2B3BA3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DBDF3E8-1BB0-1B4D-EDBE-8AFE976E522C}"/>
                </a:ext>
              </a:extLst>
            </p:cNvPr>
            <p:cNvGrpSpPr/>
            <p:nvPr/>
          </p:nvGrpSpPr>
          <p:grpSpPr>
            <a:xfrm rot="16200000">
              <a:off x="2870885" y="4832727"/>
              <a:ext cx="640080" cy="640080"/>
              <a:chOff x="4580238" y="1556951"/>
              <a:chExt cx="640080" cy="640080"/>
            </a:xfrm>
          </p:grpSpPr>
          <p:sp>
            <p:nvSpPr>
              <p:cNvPr id="69" name="Pie 68">
                <a:extLst>
                  <a:ext uri="{FF2B5EF4-FFF2-40B4-BE49-F238E27FC236}">
                    <a16:creationId xmlns:a16="http://schemas.microsoft.com/office/drawing/2014/main" id="{93084821-5665-E5A7-49FC-9D31F6EB8393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2C4E962C-9253-1533-92AB-4C84F544AB04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4EB3884-7A98-198A-95C0-BA4DC2B77952}"/>
                </a:ext>
              </a:extLst>
            </p:cNvPr>
            <p:cNvGrpSpPr/>
            <p:nvPr/>
          </p:nvGrpSpPr>
          <p:grpSpPr>
            <a:xfrm>
              <a:off x="2870885" y="4227507"/>
              <a:ext cx="321276" cy="924024"/>
              <a:chOff x="2125362" y="5257799"/>
              <a:chExt cx="321276" cy="91440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C72ACEB4-4B49-9020-45D7-4E7B291D74E1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936CC03-F0DD-36BD-935D-0E847DFDAD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4AEB1E7B-3624-2045-B3F1-E7E56788B8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8D9AD49-ADF0-2B50-333F-033A5B23F960}"/>
              </a:ext>
            </a:extLst>
          </p:cNvPr>
          <p:cNvGrpSpPr/>
          <p:nvPr/>
        </p:nvGrpSpPr>
        <p:grpSpPr>
          <a:xfrm>
            <a:off x="914400" y="447669"/>
            <a:ext cx="7315200" cy="2744436"/>
            <a:chOff x="1519880" y="3534032"/>
            <a:chExt cx="7315200" cy="2744436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C184725-1C12-8C96-26D8-57519B562B97}"/>
                </a:ext>
              </a:extLst>
            </p:cNvPr>
            <p:cNvSpPr/>
            <p:nvPr/>
          </p:nvSpPr>
          <p:spPr>
            <a:xfrm>
              <a:off x="1519880" y="3855308"/>
              <a:ext cx="73152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55407328-9F25-7B9F-41EF-E0DF72589C3C}"/>
                </a:ext>
              </a:extLst>
            </p:cNvPr>
            <p:cNvGrpSpPr/>
            <p:nvPr/>
          </p:nvGrpSpPr>
          <p:grpSpPr>
            <a:xfrm>
              <a:off x="6693243" y="4607833"/>
              <a:ext cx="321276" cy="1213431"/>
              <a:chOff x="2125362" y="5257799"/>
              <a:chExt cx="321276" cy="914400"/>
            </a:xfrm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6492DAB3-DF02-3D72-A7BE-06708D71B4FB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93DC7BB2-CB75-DB0D-D7D8-B81D1FEFFF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7DC3EE32-98AD-AC83-7973-C9B5D4EFC0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51CCA5AC-AA38-F52C-13AF-54666B5F3946}"/>
                </a:ext>
              </a:extLst>
            </p:cNvPr>
            <p:cNvGrpSpPr/>
            <p:nvPr/>
          </p:nvGrpSpPr>
          <p:grpSpPr>
            <a:xfrm>
              <a:off x="1816442" y="3535268"/>
              <a:ext cx="321276" cy="2286000"/>
              <a:chOff x="2125362" y="5257799"/>
              <a:chExt cx="321276" cy="914400"/>
            </a:xfrm>
          </p:grpSpPr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673E1E1C-9D2A-710A-E999-ECEA8B52336F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BB047420-9136-AEEB-91F5-120FA5BCBC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5BBA2E79-4EF9-139F-8D0B-F41B063997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70F0CDB3-F685-9A50-C355-1055FA577490}"/>
                </a:ext>
              </a:extLst>
            </p:cNvPr>
            <p:cNvGrpSpPr/>
            <p:nvPr/>
          </p:nvGrpSpPr>
          <p:grpSpPr>
            <a:xfrm>
              <a:off x="2561965" y="4607160"/>
              <a:ext cx="640080" cy="640080"/>
              <a:chOff x="4580238" y="1556951"/>
              <a:chExt cx="640080" cy="640080"/>
            </a:xfrm>
          </p:grpSpPr>
          <p:sp>
            <p:nvSpPr>
              <p:cNvPr id="217" name="Pie 216">
                <a:extLst>
                  <a:ext uri="{FF2B5EF4-FFF2-40B4-BE49-F238E27FC236}">
                    <a16:creationId xmlns:a16="http://schemas.microsoft.com/office/drawing/2014/main" id="{55680C7E-D2AD-10B7-ABBC-A51AE7C1E009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Arc 217">
                <a:extLst>
                  <a:ext uri="{FF2B5EF4-FFF2-40B4-BE49-F238E27FC236}">
                    <a16:creationId xmlns:a16="http://schemas.microsoft.com/office/drawing/2014/main" id="{E2FE368F-ABD5-96DB-AC77-A67C3F229F02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8C0D71B-2AFC-2AC0-AA50-80B02892BB6E}"/>
                </a:ext>
              </a:extLst>
            </p:cNvPr>
            <p:cNvGrpSpPr/>
            <p:nvPr/>
          </p:nvGrpSpPr>
          <p:grpSpPr>
            <a:xfrm>
              <a:off x="1817678" y="5821268"/>
              <a:ext cx="320040" cy="457200"/>
              <a:chOff x="1062682" y="2347782"/>
              <a:chExt cx="320040" cy="457200"/>
            </a:xfrm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35342D94-3534-ADB7-E1E7-B4945C062606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6F971546-D754-8AC9-F71D-1909C8BAA2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5F066051-D0C6-7224-C8E7-DC41BE76A8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8EE1A876-6881-D0AC-1FF0-16A270BD670A}"/>
                </a:ext>
              </a:extLst>
            </p:cNvPr>
            <p:cNvGrpSpPr/>
            <p:nvPr/>
          </p:nvGrpSpPr>
          <p:grpSpPr>
            <a:xfrm>
              <a:off x="2563201" y="5821268"/>
              <a:ext cx="320040" cy="457200"/>
              <a:chOff x="1062682" y="2347782"/>
              <a:chExt cx="320040" cy="457200"/>
            </a:xfrm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46D6A049-3D92-45B8-70AC-A6075A0C9DFF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6C3B1F0A-348C-9ACD-D01E-343F19050C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7E4A68DF-1F48-7D41-11C8-10709351AA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A592FCB-CA48-CBC5-CFD3-E22D1444F6F8}"/>
                </a:ext>
              </a:extLst>
            </p:cNvPr>
            <p:cNvGrpSpPr/>
            <p:nvPr/>
          </p:nvGrpSpPr>
          <p:grpSpPr>
            <a:xfrm>
              <a:off x="3951278" y="5821268"/>
              <a:ext cx="320040" cy="457200"/>
              <a:chOff x="1062682" y="2347782"/>
              <a:chExt cx="320040" cy="457200"/>
            </a:xfrm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CBF9299D-EC31-76D3-8633-BB85DAD9E721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EC1753A2-C0F8-070C-8DFA-D833FA4F49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2C838084-12F6-E42D-7E0C-7411B74DE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0E3E3BFA-F621-66F2-A323-894E95C62C8E}"/>
                </a:ext>
              </a:extLst>
            </p:cNvPr>
            <p:cNvGrpSpPr/>
            <p:nvPr/>
          </p:nvGrpSpPr>
          <p:grpSpPr>
            <a:xfrm>
              <a:off x="5018078" y="5821268"/>
              <a:ext cx="320040" cy="457200"/>
              <a:chOff x="1062682" y="2347782"/>
              <a:chExt cx="320040" cy="457200"/>
            </a:xfrm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16B7366A-7AA9-842D-416E-99D4871EA8A1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1D66FE69-6551-0474-FD6C-03C8E02374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EC4E0813-4F35-0A34-A1F7-65854E1101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A2EB931-C342-5EBA-84FA-C1BCE64B46C5}"/>
                </a:ext>
              </a:extLst>
            </p:cNvPr>
            <p:cNvGrpSpPr/>
            <p:nvPr/>
          </p:nvGrpSpPr>
          <p:grpSpPr>
            <a:xfrm>
              <a:off x="6084878" y="5821268"/>
              <a:ext cx="320040" cy="457200"/>
              <a:chOff x="1062682" y="2347782"/>
              <a:chExt cx="320040" cy="457200"/>
            </a:xfrm>
          </p:grpSpPr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E29EDD96-511D-D903-0A09-1913D13DD055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600C69FB-24E2-74E6-3153-B4395831A4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C274E2F7-0CDE-71BF-DEF7-5C2E21F9D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72DA5035-6E13-7FC0-1959-3463F87E18D0}"/>
                </a:ext>
              </a:extLst>
            </p:cNvPr>
            <p:cNvGrpSpPr/>
            <p:nvPr/>
          </p:nvGrpSpPr>
          <p:grpSpPr>
            <a:xfrm>
              <a:off x="6694479" y="5821268"/>
              <a:ext cx="320040" cy="457200"/>
              <a:chOff x="1062682" y="2347782"/>
              <a:chExt cx="320040" cy="457200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FC682461-26C0-4F42-C22B-50140024E77A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E26A8506-FA34-CFD8-E5F9-324138858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91FC344D-1DC1-1924-BAC9-63B6A670FF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1435D4DC-664B-AC6E-6D70-61E66C28B3C0}"/>
                </a:ext>
              </a:extLst>
            </p:cNvPr>
            <p:cNvGrpSpPr/>
            <p:nvPr/>
          </p:nvGrpSpPr>
          <p:grpSpPr>
            <a:xfrm>
              <a:off x="8218478" y="5821268"/>
              <a:ext cx="320040" cy="457200"/>
              <a:chOff x="1062682" y="2347782"/>
              <a:chExt cx="320040" cy="457200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5E8704BB-CE5D-BD17-5849-DB7FD3FDBED1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15D3494D-54C0-4417-92FB-7D2123A0C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A43291EC-45A7-F6B1-0C74-5026A60F3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FDC7B05F-EFA8-D652-836B-042871987194}"/>
                </a:ext>
              </a:extLst>
            </p:cNvPr>
            <p:cNvGrpSpPr/>
            <p:nvPr/>
          </p:nvGrpSpPr>
          <p:grpSpPr>
            <a:xfrm>
              <a:off x="5016842" y="3535268"/>
              <a:ext cx="321276" cy="2286000"/>
              <a:chOff x="2125362" y="5257799"/>
              <a:chExt cx="321276" cy="914400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142F9FC-2A80-FA8A-D0B7-258573DF100F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BA4FB66B-27E8-2E64-73DB-91E594332B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FB9C2D6C-A32B-4D99-9F4E-60252DA24C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40EEFCD-18C8-99C5-EB12-7293A99D9828}"/>
                </a:ext>
              </a:extLst>
            </p:cNvPr>
            <p:cNvGrpSpPr/>
            <p:nvPr/>
          </p:nvGrpSpPr>
          <p:grpSpPr>
            <a:xfrm>
              <a:off x="6083642" y="3535268"/>
              <a:ext cx="321276" cy="2286000"/>
              <a:chOff x="2125362" y="5257799"/>
              <a:chExt cx="321276" cy="914400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79B5989E-9353-0DE2-8CAC-215E2D9250BC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AD35DC9D-A6D7-4446-463E-F16809BE65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DFBD979F-FB7D-7D14-957E-698AAF8815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B2090C1B-C717-956B-5E59-53AF0365C4C0}"/>
                </a:ext>
              </a:extLst>
            </p:cNvPr>
            <p:cNvGrpSpPr/>
            <p:nvPr/>
          </p:nvGrpSpPr>
          <p:grpSpPr>
            <a:xfrm>
              <a:off x="8217242" y="3535268"/>
              <a:ext cx="321276" cy="2286000"/>
              <a:chOff x="2125362" y="5257799"/>
              <a:chExt cx="321276" cy="914400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8EC411B9-3C02-50A1-CA8B-B6FE3B9B4C8D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EDB725C5-41C9-7AF9-6F49-038F7753C8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29F9FF54-F563-9423-5855-59DBBEA968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CC8DD5DB-F85F-1EB8-9B21-97EDB9CDDDBD}"/>
                </a:ext>
              </a:extLst>
            </p:cNvPr>
            <p:cNvGrpSpPr/>
            <p:nvPr/>
          </p:nvGrpSpPr>
          <p:grpSpPr>
            <a:xfrm>
              <a:off x="3951278" y="5159358"/>
              <a:ext cx="640080" cy="640080"/>
              <a:chOff x="4580238" y="1556951"/>
              <a:chExt cx="640080" cy="640080"/>
            </a:xfrm>
          </p:grpSpPr>
          <p:sp>
            <p:nvSpPr>
              <p:cNvPr id="185" name="Pie 184">
                <a:extLst>
                  <a:ext uri="{FF2B5EF4-FFF2-40B4-BE49-F238E27FC236}">
                    <a16:creationId xmlns:a16="http://schemas.microsoft.com/office/drawing/2014/main" id="{335F6EC4-59B7-353F-AA3E-896265066577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Arc 185">
                <a:extLst>
                  <a:ext uri="{FF2B5EF4-FFF2-40B4-BE49-F238E27FC236}">
                    <a16:creationId xmlns:a16="http://schemas.microsoft.com/office/drawing/2014/main" id="{71E9A136-FF90-A87D-7D06-33C7E6B4ECDA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8D82C4A3-90D1-4854-7B67-7DCA24DFB261}"/>
                </a:ext>
              </a:extLst>
            </p:cNvPr>
            <p:cNvGrpSpPr/>
            <p:nvPr/>
          </p:nvGrpSpPr>
          <p:grpSpPr>
            <a:xfrm>
              <a:off x="3950042" y="5479398"/>
              <a:ext cx="321276" cy="341870"/>
              <a:chOff x="2125362" y="5257799"/>
              <a:chExt cx="321276" cy="914400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620585F7-1C05-3E02-2AF1-F10AB915C156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BCBBFCE7-C266-7C1C-BCE8-DD92AFFB5E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7ABECFA-72FE-8D9D-11FB-F07401E882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8923B931-6BB2-1B66-139F-D054D1ADD4CA}"/>
                </a:ext>
              </a:extLst>
            </p:cNvPr>
            <p:cNvGrpSpPr/>
            <p:nvPr/>
          </p:nvGrpSpPr>
          <p:grpSpPr>
            <a:xfrm rot="5400000">
              <a:off x="5731474" y="3699201"/>
              <a:ext cx="321276" cy="3241589"/>
              <a:chOff x="2125362" y="5257799"/>
              <a:chExt cx="321276" cy="914400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DA196D5E-576E-C29C-8AD7-DEF002975D63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DCAE9240-8727-408F-81A8-B3038022AF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BD13E921-12DC-2C21-CAC4-3C484D80DB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E9FED1E7-CA46-A32F-73F0-01CD7DFE7615}"/>
                </a:ext>
              </a:extLst>
            </p:cNvPr>
            <p:cNvGrpSpPr/>
            <p:nvPr/>
          </p:nvGrpSpPr>
          <p:grpSpPr>
            <a:xfrm rot="10800000">
              <a:off x="7169699" y="4840553"/>
              <a:ext cx="640080" cy="640080"/>
              <a:chOff x="4580238" y="1556951"/>
              <a:chExt cx="640080" cy="640080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F30B96A6-9E0A-5C8F-F428-28C65460BEA4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Arc 177">
                <a:extLst>
                  <a:ext uri="{FF2B5EF4-FFF2-40B4-BE49-F238E27FC236}">
                    <a16:creationId xmlns:a16="http://schemas.microsoft.com/office/drawing/2014/main" id="{DD48FAF4-296B-F39C-99CD-ADFCFDAF15C3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E06088BE-8705-E1A3-B6DF-25DA0156155A}"/>
                </a:ext>
              </a:extLst>
            </p:cNvPr>
            <p:cNvGrpSpPr/>
            <p:nvPr/>
          </p:nvGrpSpPr>
          <p:grpSpPr>
            <a:xfrm>
              <a:off x="7488503" y="3535268"/>
              <a:ext cx="321276" cy="1624087"/>
              <a:chOff x="2125362" y="5257799"/>
              <a:chExt cx="321276" cy="914400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1563A87E-8370-AF54-3800-B4EF6DF049F7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638DB062-0D1C-682D-54CD-28C1F42CC9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5F07EBB7-7F6B-745C-9E89-79A0B5DAB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0D7DBA1-5BDE-6A0B-FF3B-0A5B05A3CBDF}"/>
                </a:ext>
              </a:extLst>
            </p:cNvPr>
            <p:cNvGrpSpPr/>
            <p:nvPr/>
          </p:nvGrpSpPr>
          <p:grpSpPr>
            <a:xfrm rot="16200000">
              <a:off x="4271318" y="3970225"/>
              <a:ext cx="640080" cy="640080"/>
              <a:chOff x="4580238" y="1556951"/>
              <a:chExt cx="640080" cy="640080"/>
            </a:xfrm>
          </p:grpSpPr>
          <p:sp>
            <p:nvSpPr>
              <p:cNvPr id="172" name="Pie 171">
                <a:extLst>
                  <a:ext uri="{FF2B5EF4-FFF2-40B4-BE49-F238E27FC236}">
                    <a16:creationId xmlns:a16="http://schemas.microsoft.com/office/drawing/2014/main" id="{A540C47C-3CFB-391A-49B9-1A2145ACBD01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Arc 172">
                <a:extLst>
                  <a:ext uri="{FF2B5EF4-FFF2-40B4-BE49-F238E27FC236}">
                    <a16:creationId xmlns:a16="http://schemas.microsoft.com/office/drawing/2014/main" id="{A4A82B31-9C75-3C39-9CE4-89ED4364A295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7530BB1-A27E-A07E-567D-8A9187090A9D}"/>
                </a:ext>
              </a:extLst>
            </p:cNvPr>
            <p:cNvGrpSpPr/>
            <p:nvPr/>
          </p:nvGrpSpPr>
          <p:grpSpPr>
            <a:xfrm rot="5400000">
              <a:off x="5471983" y="3389045"/>
              <a:ext cx="321276" cy="2121243"/>
              <a:chOff x="2125362" y="5257799"/>
              <a:chExt cx="321276" cy="914400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133F04-D71E-5B66-8987-9D4FA2DBB197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73BAC6FE-A8BE-8BE7-1B21-0CF8F3CE71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522B724-628F-EC5E-86AD-ACA665E0B2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DDA09EAF-142F-1291-A496-40CB4E4FC7DF}"/>
                </a:ext>
              </a:extLst>
            </p:cNvPr>
            <p:cNvGrpSpPr/>
            <p:nvPr/>
          </p:nvGrpSpPr>
          <p:grpSpPr>
            <a:xfrm rot="5400000">
              <a:off x="6366202" y="4287789"/>
              <a:ext cx="640080" cy="640080"/>
              <a:chOff x="4580238" y="1556951"/>
              <a:chExt cx="640080" cy="640080"/>
            </a:xfrm>
          </p:grpSpPr>
          <p:sp>
            <p:nvSpPr>
              <p:cNvPr id="167" name="Pie 166">
                <a:extLst>
                  <a:ext uri="{FF2B5EF4-FFF2-40B4-BE49-F238E27FC236}">
                    <a16:creationId xmlns:a16="http://schemas.microsoft.com/office/drawing/2014/main" id="{EDE3E20C-4753-A05F-D288-BDA1E6E9FB42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Arc 167">
                <a:extLst>
                  <a:ext uri="{FF2B5EF4-FFF2-40B4-BE49-F238E27FC236}">
                    <a16:creationId xmlns:a16="http://schemas.microsoft.com/office/drawing/2014/main" id="{5442206A-B346-49EB-ED4D-48A958DC400A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0013E4F-BC1E-95A7-7A04-F3FD1D6A224B}"/>
                </a:ext>
              </a:extLst>
            </p:cNvPr>
            <p:cNvGrpSpPr/>
            <p:nvPr/>
          </p:nvGrpSpPr>
          <p:grpSpPr>
            <a:xfrm>
              <a:off x="4271318" y="3534032"/>
              <a:ext cx="321276" cy="753758"/>
              <a:chOff x="2125362" y="5257799"/>
              <a:chExt cx="321276" cy="91440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1D7AAAFD-94F9-E41A-4ED7-41565CAF89DE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16057F2E-809F-4F5C-13DC-1B45B3AB20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1A8447F7-5BC0-1CC1-2455-88024756F7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C77C775-5632-2A59-42E6-4D14C6171A7C}"/>
                </a:ext>
              </a:extLst>
            </p:cNvPr>
            <p:cNvGrpSpPr/>
            <p:nvPr/>
          </p:nvGrpSpPr>
          <p:grpSpPr>
            <a:xfrm rot="10800000">
              <a:off x="3118126" y="4287120"/>
              <a:ext cx="640080" cy="640080"/>
              <a:chOff x="4580238" y="1556951"/>
              <a:chExt cx="640080" cy="640080"/>
            </a:xfrm>
          </p:grpSpPr>
          <p:sp>
            <p:nvSpPr>
              <p:cNvPr id="162" name="Pie 161">
                <a:extLst>
                  <a:ext uri="{FF2B5EF4-FFF2-40B4-BE49-F238E27FC236}">
                    <a16:creationId xmlns:a16="http://schemas.microsoft.com/office/drawing/2014/main" id="{B2C889F0-E29C-64BD-BF39-CBCEA868BD69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Arc 162">
                <a:extLst>
                  <a:ext uri="{FF2B5EF4-FFF2-40B4-BE49-F238E27FC236}">
                    <a16:creationId xmlns:a16="http://schemas.microsoft.com/office/drawing/2014/main" id="{47CF69B1-E0CB-3D06-B09E-B5B36365F37D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0F6430B4-7FE0-6679-34EE-B12A8F269C05}"/>
                </a:ext>
              </a:extLst>
            </p:cNvPr>
            <p:cNvGrpSpPr/>
            <p:nvPr/>
          </p:nvGrpSpPr>
          <p:grpSpPr>
            <a:xfrm>
              <a:off x="2561965" y="4927200"/>
              <a:ext cx="321276" cy="894054"/>
              <a:chOff x="2125362" y="5257799"/>
              <a:chExt cx="321276" cy="914400"/>
            </a:xfrm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A772384-0DB1-3728-CD83-7209589D504F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D2DFA5EF-052A-F3F2-8C38-4ABEC7BCAF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5FFFA1E6-E119-9BD3-E1F8-FEB9F9740E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29069FA5-4F9E-451F-5AB7-C153BB6CC64C}"/>
                </a:ext>
              </a:extLst>
            </p:cNvPr>
            <p:cNvGrpSpPr/>
            <p:nvPr/>
          </p:nvGrpSpPr>
          <p:grpSpPr>
            <a:xfrm rot="5400000">
              <a:off x="3010861" y="4470478"/>
              <a:ext cx="321276" cy="594641"/>
              <a:chOff x="2125362" y="5257799"/>
              <a:chExt cx="321276" cy="914400"/>
            </a:xfrm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AA26E31F-5649-D6AD-60B7-DD8EA0C81FF3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95A31A0A-8362-2841-C1E6-E702730FEE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DF8E89AC-60C7-CEA6-DF73-4DD6457EB2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D86E77DC-28BD-08D8-425A-860F22D592D5}"/>
                </a:ext>
              </a:extLst>
            </p:cNvPr>
            <p:cNvGrpSpPr/>
            <p:nvPr/>
          </p:nvGrpSpPr>
          <p:grpSpPr>
            <a:xfrm>
              <a:off x="3436930" y="3534032"/>
              <a:ext cx="321276" cy="1071888"/>
              <a:chOff x="2125362" y="5257799"/>
              <a:chExt cx="321276" cy="914400"/>
            </a:xfrm>
          </p:grpSpPr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37E9142A-AAFB-8578-2ECF-CE986546A3E3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25B00AA8-EFFB-F9AA-6CF7-DAC3415BF6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971C14B-EDB3-4273-82C0-32121FC273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5290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E422-C26E-6CC8-2E20-E1BF4FFF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220">
            <a:extLst>
              <a:ext uri="{FF2B5EF4-FFF2-40B4-BE49-F238E27FC236}">
                <a16:creationId xmlns:a16="http://schemas.microsoft.com/office/drawing/2014/main" id="{ED0EE913-8208-52F1-B8F4-2264849091FE}"/>
              </a:ext>
            </a:extLst>
          </p:cNvPr>
          <p:cNvGrpSpPr/>
          <p:nvPr/>
        </p:nvGrpSpPr>
        <p:grpSpPr>
          <a:xfrm>
            <a:off x="914400" y="3689929"/>
            <a:ext cx="7315200" cy="2744436"/>
            <a:chOff x="0" y="1629857"/>
            <a:chExt cx="7315200" cy="27444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CE140C-5317-F90B-883D-F95BD0A57046}"/>
                </a:ext>
              </a:extLst>
            </p:cNvPr>
            <p:cNvSpPr/>
            <p:nvPr/>
          </p:nvSpPr>
          <p:spPr>
            <a:xfrm>
              <a:off x="0" y="1951133"/>
              <a:ext cx="73152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32ACF76-DDE0-C39B-7ADA-CCE06D4B5D1B}"/>
                </a:ext>
              </a:extLst>
            </p:cNvPr>
            <p:cNvGrpSpPr/>
            <p:nvPr/>
          </p:nvGrpSpPr>
          <p:grpSpPr>
            <a:xfrm>
              <a:off x="3840883" y="1629857"/>
              <a:ext cx="321276" cy="1322888"/>
              <a:chOff x="2125362" y="5257799"/>
              <a:chExt cx="321276" cy="9144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98B8362-C16D-DCA9-3EF4-82A37E927806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8EB476A-5311-4E12-0877-5660EC4289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8C65A6B-E4E9-794D-6BC8-6FF98D30FC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F2470B-2BD8-672B-296F-0B8DC4771ECA}"/>
                </a:ext>
              </a:extLst>
            </p:cNvPr>
            <p:cNvGrpSpPr/>
            <p:nvPr/>
          </p:nvGrpSpPr>
          <p:grpSpPr>
            <a:xfrm>
              <a:off x="2126598" y="3917093"/>
              <a:ext cx="320040" cy="457200"/>
              <a:chOff x="1062682" y="2347782"/>
              <a:chExt cx="320040" cy="4572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E0C6084-FDCF-4787-7953-04E2DBD4E441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B3386E8-E5A1-E894-CBE3-D9963A8A34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E3C1C33-35C4-AAB0-50FD-CFBB92909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183BA74-701D-6B8F-32A3-DB74057B50E9}"/>
                </a:ext>
              </a:extLst>
            </p:cNvPr>
            <p:cNvGrpSpPr/>
            <p:nvPr/>
          </p:nvGrpSpPr>
          <p:grpSpPr>
            <a:xfrm>
              <a:off x="4581474" y="3915857"/>
              <a:ext cx="320040" cy="457200"/>
              <a:chOff x="1062682" y="2347782"/>
              <a:chExt cx="320040" cy="4572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DF4EFD-6DFA-6E96-7865-98DFADA3DCCF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B4B3968-93C1-0694-0C8E-F92546722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C2A798B-F127-9192-F269-F7027B6A86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7DCBBF9-E908-737A-3B35-8E3C6E991543}"/>
                </a:ext>
              </a:extLst>
            </p:cNvPr>
            <p:cNvGrpSpPr/>
            <p:nvPr/>
          </p:nvGrpSpPr>
          <p:grpSpPr>
            <a:xfrm>
              <a:off x="3747086" y="3915857"/>
              <a:ext cx="320040" cy="457200"/>
              <a:chOff x="1062682" y="2347782"/>
              <a:chExt cx="320040" cy="4572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ACEB2C2-A904-AA00-ED59-C555C6AE337F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7776944-302A-84B6-55B7-E989C3BA45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8609025-C79F-1EA3-83A0-ACEBBB061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95B2338-39F4-11ED-582B-A24FE1D351BA}"/>
                </a:ext>
              </a:extLst>
            </p:cNvPr>
            <p:cNvGrpSpPr/>
            <p:nvPr/>
          </p:nvGrpSpPr>
          <p:grpSpPr>
            <a:xfrm>
              <a:off x="5326998" y="3917093"/>
              <a:ext cx="320040" cy="457200"/>
              <a:chOff x="1062682" y="2347782"/>
              <a:chExt cx="320040" cy="4572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9F8076F-068E-DFBF-2AA0-3654AC278E97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E497CB4-03DA-5D08-5074-02439CB23D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29F0CB6-79DD-4342-BE3B-F43E9FF6E4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6D3D044-7467-0EEF-B034-A9D36AE3ABFF}"/>
                </a:ext>
              </a:extLst>
            </p:cNvPr>
            <p:cNvGrpSpPr/>
            <p:nvPr/>
          </p:nvGrpSpPr>
          <p:grpSpPr>
            <a:xfrm>
              <a:off x="6393798" y="3917093"/>
              <a:ext cx="320040" cy="457200"/>
              <a:chOff x="1062682" y="2347782"/>
              <a:chExt cx="320040" cy="4572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7205AA2-1C64-51BD-2EFD-A272C6B5408D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1CDF3CA-7C94-C236-61B7-1827FB9FDA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A68D62D-26FA-E342-5485-7F5C4E9FE0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0C893E3-F297-5B72-F565-D9144E39D565}"/>
                </a:ext>
              </a:extLst>
            </p:cNvPr>
            <p:cNvGrpSpPr/>
            <p:nvPr/>
          </p:nvGrpSpPr>
          <p:grpSpPr>
            <a:xfrm>
              <a:off x="233015" y="3913512"/>
              <a:ext cx="320040" cy="457200"/>
              <a:chOff x="1062682" y="2347782"/>
              <a:chExt cx="320040" cy="4572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427C096-0835-613B-3475-3B50A1B8C6D5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0F5D545-EE34-1CC1-4A34-980B9787E1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EA998C1-D2A0-A60B-11F6-117CCD071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BFF998-2145-FDC6-41ED-E80FE999740F}"/>
                </a:ext>
              </a:extLst>
            </p:cNvPr>
            <p:cNvGrpSpPr/>
            <p:nvPr/>
          </p:nvGrpSpPr>
          <p:grpSpPr>
            <a:xfrm>
              <a:off x="961754" y="3913512"/>
              <a:ext cx="320040" cy="457200"/>
              <a:chOff x="1062682" y="2347782"/>
              <a:chExt cx="320040" cy="4572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259FD2D-3F9F-90F2-DDA4-AE80B346BE93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F7A7892-E9E9-5018-4E69-83F54CB74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A3C2F4F-7387-787B-C701-5A8C2CB2D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EEACC78-93F7-8802-BB4E-C62FDE4FE8C1}"/>
                </a:ext>
              </a:extLst>
            </p:cNvPr>
            <p:cNvGrpSpPr/>
            <p:nvPr/>
          </p:nvGrpSpPr>
          <p:grpSpPr>
            <a:xfrm>
              <a:off x="231779" y="1631093"/>
              <a:ext cx="321276" cy="2286000"/>
              <a:chOff x="2125362" y="5257799"/>
              <a:chExt cx="321276" cy="9144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C0A6326-FB34-445E-8835-FE87596F9728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FCBE6BF-A26D-3DB7-2D3D-9A667A5D2E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3EBF636-38EF-19B1-103D-06F4816184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6A79D8F-2F8E-3908-DA78-23625C2E3C96}"/>
                </a:ext>
              </a:extLst>
            </p:cNvPr>
            <p:cNvGrpSpPr/>
            <p:nvPr/>
          </p:nvGrpSpPr>
          <p:grpSpPr>
            <a:xfrm>
              <a:off x="2125362" y="1631093"/>
              <a:ext cx="321276" cy="2286000"/>
              <a:chOff x="2125362" y="5257799"/>
              <a:chExt cx="321276" cy="91440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44D24A1-84D3-2397-9CFF-EA8C40E73E2C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5A007FF-2036-E678-0394-EF2B45E388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73F2E9C9-D599-C3EF-25DE-D7E0FA952C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1B903C3-159D-BB68-640C-0313BBC8895C}"/>
                </a:ext>
              </a:extLst>
            </p:cNvPr>
            <p:cNvGrpSpPr/>
            <p:nvPr/>
          </p:nvGrpSpPr>
          <p:grpSpPr>
            <a:xfrm>
              <a:off x="4580238" y="1631093"/>
              <a:ext cx="321276" cy="2286000"/>
              <a:chOff x="2125362" y="5257799"/>
              <a:chExt cx="321276" cy="9144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7B84043-BEDB-7120-E538-9524B2EECC39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139D2CC-B0FD-6FEB-E9C4-C5D54C7354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5FBE256-8B14-8012-36F4-8EB4ABDEE9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42D5285-9BEF-010D-8105-926A0BF85BD1}"/>
                </a:ext>
              </a:extLst>
            </p:cNvPr>
            <p:cNvGrpSpPr/>
            <p:nvPr/>
          </p:nvGrpSpPr>
          <p:grpSpPr>
            <a:xfrm>
              <a:off x="5325762" y="1631093"/>
              <a:ext cx="321276" cy="2286000"/>
              <a:chOff x="2125362" y="5257799"/>
              <a:chExt cx="321276" cy="91440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82AFAEF-A6AD-467F-4CA0-D9356BEB3F2A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71A90D3-1090-DEB1-58B9-F76472087B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9C60BE2-91D9-087A-50FC-D7ED442221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CEB5F74-314B-1EFD-23A6-201D765A50FA}"/>
                </a:ext>
              </a:extLst>
            </p:cNvPr>
            <p:cNvGrpSpPr/>
            <p:nvPr/>
          </p:nvGrpSpPr>
          <p:grpSpPr>
            <a:xfrm>
              <a:off x="3747086" y="3362783"/>
              <a:ext cx="640080" cy="640080"/>
              <a:chOff x="4580238" y="1556951"/>
              <a:chExt cx="640080" cy="640080"/>
            </a:xfrm>
          </p:grpSpPr>
          <p:sp>
            <p:nvSpPr>
              <p:cNvPr id="65" name="Pie 64">
                <a:extLst>
                  <a:ext uri="{FF2B5EF4-FFF2-40B4-BE49-F238E27FC236}">
                    <a16:creationId xmlns:a16="http://schemas.microsoft.com/office/drawing/2014/main" id="{2BD464A8-64B3-352D-24B5-238596BC2A21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Arc 65">
                <a:extLst>
                  <a:ext uri="{FF2B5EF4-FFF2-40B4-BE49-F238E27FC236}">
                    <a16:creationId xmlns:a16="http://schemas.microsoft.com/office/drawing/2014/main" id="{1672E578-C1BA-8896-4A90-DF6FC1A6FEBD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A21E787-6BB2-FCD8-7B7E-5059E106B3FE}"/>
                </a:ext>
              </a:extLst>
            </p:cNvPr>
            <p:cNvGrpSpPr/>
            <p:nvPr/>
          </p:nvGrpSpPr>
          <p:grpSpPr>
            <a:xfrm>
              <a:off x="3745850" y="3681587"/>
              <a:ext cx="321276" cy="231924"/>
              <a:chOff x="2125362" y="5257799"/>
              <a:chExt cx="321276" cy="9144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22FE229-7397-E926-A8D4-8BCF662BBCDC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7AD16D64-D45A-E838-9635-3A8B3231D1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B426FAC-B8AF-1108-8527-2825889050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BE3F4C3-24A6-40FF-160D-88787D0C3E89}"/>
                </a:ext>
              </a:extLst>
            </p:cNvPr>
            <p:cNvGrpSpPr/>
            <p:nvPr/>
          </p:nvGrpSpPr>
          <p:grpSpPr>
            <a:xfrm rot="5400000">
              <a:off x="4853279" y="2576630"/>
              <a:ext cx="321276" cy="1893581"/>
              <a:chOff x="2125362" y="5257799"/>
              <a:chExt cx="321276" cy="91440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4287167-23E1-E0FC-887C-F5368640CC1E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72FF06B5-A8F3-840C-E543-D61ECFC704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5B593F7-2177-CF8D-B813-BD73476A26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031E4A4-10D9-A93C-E9F0-6E4A541D4C56}"/>
                </a:ext>
              </a:extLst>
            </p:cNvPr>
            <p:cNvGrpSpPr/>
            <p:nvPr/>
          </p:nvGrpSpPr>
          <p:grpSpPr>
            <a:xfrm>
              <a:off x="5960708" y="1637270"/>
              <a:ext cx="321276" cy="1725510"/>
              <a:chOff x="2125362" y="5257799"/>
              <a:chExt cx="321276" cy="914400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D4CC44C-6D80-EE4E-16B2-FD48DA95507A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6E0F9372-1900-DC5A-CCF6-3EAC5A360A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D42B710D-84B6-53AD-A53A-B301642EC4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797F5AA9-EE75-04C5-7C2D-9EF5187E58DD}"/>
                </a:ext>
              </a:extLst>
            </p:cNvPr>
            <p:cNvGrpSpPr/>
            <p:nvPr/>
          </p:nvGrpSpPr>
          <p:grpSpPr>
            <a:xfrm rot="10800000">
              <a:off x="5641904" y="3043979"/>
              <a:ext cx="640080" cy="640080"/>
              <a:chOff x="4580238" y="1556951"/>
              <a:chExt cx="640080" cy="640080"/>
            </a:xfrm>
          </p:grpSpPr>
          <p:sp>
            <p:nvSpPr>
              <p:cNvPr id="182" name="Pie 181">
                <a:extLst>
                  <a:ext uri="{FF2B5EF4-FFF2-40B4-BE49-F238E27FC236}">
                    <a16:creationId xmlns:a16="http://schemas.microsoft.com/office/drawing/2014/main" id="{F77EDE9A-FAA7-AC5A-A5B9-343517116C72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Arc 182">
                <a:extLst>
                  <a:ext uri="{FF2B5EF4-FFF2-40B4-BE49-F238E27FC236}">
                    <a16:creationId xmlns:a16="http://schemas.microsoft.com/office/drawing/2014/main" id="{15E908AC-119B-47F6-523C-6C2BAFA78CDB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8B6D61D4-9223-0D86-5B89-764C598676FA}"/>
                </a:ext>
              </a:extLst>
            </p:cNvPr>
            <p:cNvGrpSpPr/>
            <p:nvPr/>
          </p:nvGrpSpPr>
          <p:grpSpPr>
            <a:xfrm rot="10800000">
              <a:off x="3522079" y="2636715"/>
              <a:ext cx="640080" cy="640080"/>
              <a:chOff x="4580238" y="1556951"/>
              <a:chExt cx="640080" cy="640080"/>
            </a:xfrm>
          </p:grpSpPr>
          <p:sp>
            <p:nvSpPr>
              <p:cNvPr id="186" name="Pie 185">
                <a:extLst>
                  <a:ext uri="{FF2B5EF4-FFF2-40B4-BE49-F238E27FC236}">
                    <a16:creationId xmlns:a16="http://schemas.microsoft.com/office/drawing/2014/main" id="{CA8CCA5E-A31A-F244-377D-89820A659C92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Arc 186">
                <a:extLst>
                  <a:ext uri="{FF2B5EF4-FFF2-40B4-BE49-F238E27FC236}">
                    <a16:creationId xmlns:a16="http://schemas.microsoft.com/office/drawing/2014/main" id="{781044A1-6685-0D73-C7B0-23D6D5D12386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59F19779-893C-DB1E-6EEC-5F192C6DDC7F}"/>
                </a:ext>
              </a:extLst>
            </p:cNvPr>
            <p:cNvGrpSpPr/>
            <p:nvPr/>
          </p:nvGrpSpPr>
          <p:grpSpPr>
            <a:xfrm rot="5400000">
              <a:off x="2400701" y="1836612"/>
              <a:ext cx="321276" cy="2559089"/>
              <a:chOff x="2125362" y="5257799"/>
              <a:chExt cx="321276" cy="914400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14D1796C-0A8D-1465-13CD-4DE1B4269B68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4640FD1A-CA81-82DD-A103-CDBB40063B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29B301F9-1C87-911F-5C35-AE3FCE0F9D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6A1157EE-5BB6-7BF5-8FA9-A2C0F35443FF}"/>
                </a:ext>
              </a:extLst>
            </p:cNvPr>
            <p:cNvGrpSpPr/>
            <p:nvPr/>
          </p:nvGrpSpPr>
          <p:grpSpPr>
            <a:xfrm>
              <a:off x="961754" y="2955519"/>
              <a:ext cx="640080" cy="640080"/>
              <a:chOff x="4580238" y="1556951"/>
              <a:chExt cx="640080" cy="640080"/>
            </a:xfrm>
          </p:grpSpPr>
          <p:sp>
            <p:nvSpPr>
              <p:cNvPr id="197" name="Pie 196">
                <a:extLst>
                  <a:ext uri="{FF2B5EF4-FFF2-40B4-BE49-F238E27FC236}">
                    <a16:creationId xmlns:a16="http://schemas.microsoft.com/office/drawing/2014/main" id="{032853B6-07FD-3B76-8F48-C7D4A1EFABD0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Arc 197">
                <a:extLst>
                  <a:ext uri="{FF2B5EF4-FFF2-40B4-BE49-F238E27FC236}">
                    <a16:creationId xmlns:a16="http://schemas.microsoft.com/office/drawing/2014/main" id="{9791AE61-6F66-B0B5-F99F-27F5EE01A379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FDEC1631-3B34-7FD7-9161-3EF4C77D7C0A}"/>
                </a:ext>
              </a:extLst>
            </p:cNvPr>
            <p:cNvGrpSpPr/>
            <p:nvPr/>
          </p:nvGrpSpPr>
          <p:grpSpPr>
            <a:xfrm>
              <a:off x="960518" y="3276793"/>
              <a:ext cx="321276" cy="640294"/>
              <a:chOff x="2125362" y="5257799"/>
              <a:chExt cx="321276" cy="914400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FF7D4B6F-12B2-A335-C97B-03F16D963F4F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27E485F3-F8EA-795A-7D4B-7FBC4BCE17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3672A6C6-C770-6B14-FBE5-338B2C00BF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A417BA85-64D8-106C-1A03-BA5FFCFD8008}"/>
                </a:ext>
              </a:extLst>
            </p:cNvPr>
            <p:cNvGrpSpPr/>
            <p:nvPr/>
          </p:nvGrpSpPr>
          <p:grpSpPr>
            <a:xfrm>
              <a:off x="1423597" y="1637270"/>
              <a:ext cx="321276" cy="813830"/>
              <a:chOff x="2125362" y="5257799"/>
              <a:chExt cx="321276" cy="914400"/>
            </a:xfrm>
          </p:grpSpPr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ADB77B31-EFB8-E2FA-D564-29B34DF536E4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34FBD69B-189A-AF3D-72A8-3D4AE05D4C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6A6FF50F-0FB8-3CAB-7B51-63CD262218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A3FFEDA-1527-84B3-CB01-85281EE6C4E4}"/>
                </a:ext>
              </a:extLst>
            </p:cNvPr>
            <p:cNvGrpSpPr/>
            <p:nvPr/>
          </p:nvGrpSpPr>
          <p:grpSpPr>
            <a:xfrm rot="16200000">
              <a:off x="1423597" y="2133286"/>
              <a:ext cx="640080" cy="640080"/>
              <a:chOff x="4580238" y="1556951"/>
              <a:chExt cx="640080" cy="640080"/>
            </a:xfrm>
          </p:grpSpPr>
          <p:sp>
            <p:nvSpPr>
              <p:cNvPr id="208" name="Pie 207">
                <a:extLst>
                  <a:ext uri="{FF2B5EF4-FFF2-40B4-BE49-F238E27FC236}">
                    <a16:creationId xmlns:a16="http://schemas.microsoft.com/office/drawing/2014/main" id="{8052ADDE-49EA-E104-27D0-540E0479A6B7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82D54D40-FB12-BB85-A130-87CEE5BAFA0B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88BF0B04-5F69-4149-BCD6-F2217F830A81}"/>
                </a:ext>
              </a:extLst>
            </p:cNvPr>
            <p:cNvGrpSpPr/>
            <p:nvPr/>
          </p:nvGrpSpPr>
          <p:grpSpPr>
            <a:xfrm>
              <a:off x="6392562" y="2773367"/>
              <a:ext cx="321276" cy="1143726"/>
              <a:chOff x="2125362" y="5257799"/>
              <a:chExt cx="321276" cy="914400"/>
            </a:xfrm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50F1CF12-230F-6174-5DCD-C6DFD44C1C6C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97EE38CB-B24E-0019-3FB0-4A099C0F3D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11DC4B2B-4421-B576-474D-790ED63AEB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0B9C8AFA-7021-1EAC-9AFF-C25EE812FE89}"/>
                </a:ext>
              </a:extLst>
            </p:cNvPr>
            <p:cNvGrpSpPr/>
            <p:nvPr/>
          </p:nvGrpSpPr>
          <p:grpSpPr>
            <a:xfrm rot="5400000">
              <a:off x="3908077" y="288885"/>
              <a:ext cx="321276" cy="4647685"/>
              <a:chOff x="2125362" y="5257799"/>
              <a:chExt cx="321276" cy="914400"/>
            </a:xfrm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5F86A4C5-AAE3-51D7-6484-DE60F2EFCD99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C1EC1498-E153-BC8B-F7CA-2CD00F1D64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51985555-D376-BFF7-2092-FF90377B27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8FE23E70-D3A7-5E12-5ECD-74EF6831C625}"/>
                </a:ext>
              </a:extLst>
            </p:cNvPr>
            <p:cNvGrpSpPr/>
            <p:nvPr/>
          </p:nvGrpSpPr>
          <p:grpSpPr>
            <a:xfrm rot="5400000">
              <a:off x="6073758" y="2452090"/>
              <a:ext cx="640080" cy="640080"/>
              <a:chOff x="4580238" y="1556951"/>
              <a:chExt cx="640080" cy="640080"/>
            </a:xfrm>
          </p:grpSpPr>
          <p:sp>
            <p:nvSpPr>
              <p:cNvPr id="219" name="Pie 218">
                <a:extLst>
                  <a:ext uri="{FF2B5EF4-FFF2-40B4-BE49-F238E27FC236}">
                    <a16:creationId xmlns:a16="http://schemas.microsoft.com/office/drawing/2014/main" id="{588D0088-75FC-295C-66F0-0DB0FF7E3D43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Arc 219">
                <a:extLst>
                  <a:ext uri="{FF2B5EF4-FFF2-40B4-BE49-F238E27FC236}">
                    <a16:creationId xmlns:a16="http://schemas.microsoft.com/office/drawing/2014/main" id="{68F659C1-A585-18AD-29C4-C5E30A96F876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6833A50-C881-F76C-DBF6-F13EAFE98431}"/>
              </a:ext>
            </a:extLst>
          </p:cNvPr>
          <p:cNvGrpSpPr/>
          <p:nvPr/>
        </p:nvGrpSpPr>
        <p:grpSpPr>
          <a:xfrm>
            <a:off x="565839" y="438869"/>
            <a:ext cx="8012322" cy="2782076"/>
            <a:chOff x="534224" y="2439557"/>
            <a:chExt cx="8012322" cy="2782076"/>
          </a:xfrm>
        </p:grpSpPr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94CBB99B-3C36-5913-59C6-1E5E4D6730B7}"/>
                </a:ext>
              </a:extLst>
            </p:cNvPr>
            <p:cNvGrpSpPr/>
            <p:nvPr/>
          </p:nvGrpSpPr>
          <p:grpSpPr>
            <a:xfrm>
              <a:off x="4888946" y="2439557"/>
              <a:ext cx="3657600" cy="2782076"/>
              <a:chOff x="4369962" y="5466962"/>
              <a:chExt cx="3657600" cy="2782076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4D6175A4-43E3-0A06-2387-206FBC8AEFE9}"/>
                  </a:ext>
                </a:extLst>
              </p:cNvPr>
              <p:cNvSpPr/>
              <p:nvPr/>
            </p:nvSpPr>
            <p:spPr>
              <a:xfrm>
                <a:off x="4369962" y="5827114"/>
                <a:ext cx="3657600" cy="228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4D83D851-DCDC-66BC-B2BB-A547FDAC6E9D}"/>
                  </a:ext>
                </a:extLst>
              </p:cNvPr>
              <p:cNvGrpSpPr/>
              <p:nvPr/>
            </p:nvGrpSpPr>
            <p:grpSpPr>
              <a:xfrm>
                <a:off x="5342238" y="7791838"/>
                <a:ext cx="320040" cy="457200"/>
                <a:chOff x="1062682" y="2347782"/>
                <a:chExt cx="320040" cy="457200"/>
              </a:xfrm>
            </p:grpSpPr>
            <p:sp>
              <p:nvSpPr>
                <p:cNvPr id="349" name="Rectangle 348">
                  <a:extLst>
                    <a:ext uri="{FF2B5EF4-FFF2-40B4-BE49-F238E27FC236}">
                      <a16:creationId xmlns:a16="http://schemas.microsoft.com/office/drawing/2014/main" id="{C0239B87-B4AD-4F44-4A80-8B70CB85F65A}"/>
                    </a:ext>
                  </a:extLst>
                </p:cNvPr>
                <p:cNvSpPr/>
                <p:nvPr/>
              </p:nvSpPr>
              <p:spPr>
                <a:xfrm>
                  <a:off x="1062682" y="2347782"/>
                  <a:ext cx="32004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53C092DE-63AB-44CA-144A-240E816ED1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268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id="{E6032A03-25C6-EF98-0DDB-66194D7B45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8272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7F607A67-35CF-63A2-37FD-472C22B0C913}"/>
                  </a:ext>
                </a:extLst>
              </p:cNvPr>
              <p:cNvGrpSpPr/>
              <p:nvPr/>
            </p:nvGrpSpPr>
            <p:grpSpPr>
              <a:xfrm>
                <a:off x="5977184" y="7791838"/>
                <a:ext cx="320040" cy="457200"/>
                <a:chOff x="1062682" y="2347782"/>
                <a:chExt cx="320040" cy="457200"/>
              </a:xfrm>
            </p:grpSpPr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3511E747-618D-0185-6656-024C23726488}"/>
                    </a:ext>
                  </a:extLst>
                </p:cNvPr>
                <p:cNvSpPr/>
                <p:nvPr/>
              </p:nvSpPr>
              <p:spPr>
                <a:xfrm>
                  <a:off x="1062682" y="2347782"/>
                  <a:ext cx="32004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7" name="Straight Connector 346">
                  <a:extLst>
                    <a:ext uri="{FF2B5EF4-FFF2-40B4-BE49-F238E27FC236}">
                      <a16:creationId xmlns:a16="http://schemas.microsoft.com/office/drawing/2014/main" id="{15B63560-8560-0859-1D9C-D48295B612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268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2A99950A-14A6-B120-B08E-6CA7F3D870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8272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>
                <a:extLst>
                  <a:ext uri="{FF2B5EF4-FFF2-40B4-BE49-F238E27FC236}">
                    <a16:creationId xmlns:a16="http://schemas.microsoft.com/office/drawing/2014/main" id="{0F36706D-D02A-1FD9-23A1-8A840B3FB46C}"/>
                  </a:ext>
                </a:extLst>
              </p:cNvPr>
              <p:cNvGrpSpPr/>
              <p:nvPr/>
            </p:nvGrpSpPr>
            <p:grpSpPr>
              <a:xfrm>
                <a:off x="7477548" y="7791838"/>
                <a:ext cx="320040" cy="457200"/>
                <a:chOff x="1062682" y="2347782"/>
                <a:chExt cx="320040" cy="457200"/>
              </a:xfrm>
            </p:grpSpPr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900E5224-EBA9-93D5-9D40-4B887C7428A2}"/>
                    </a:ext>
                  </a:extLst>
                </p:cNvPr>
                <p:cNvSpPr/>
                <p:nvPr/>
              </p:nvSpPr>
              <p:spPr>
                <a:xfrm>
                  <a:off x="1062682" y="2347782"/>
                  <a:ext cx="32004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ADBA6754-213C-19BA-1C4F-2F0D14D31C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268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76F0FB58-40D0-CEC3-675A-2E463D9F0C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8272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86854D98-C5E0-EBC2-D431-DD1B2781593B}"/>
                  </a:ext>
                </a:extLst>
              </p:cNvPr>
              <p:cNvGrpSpPr/>
              <p:nvPr/>
            </p:nvGrpSpPr>
            <p:grpSpPr>
              <a:xfrm>
                <a:off x="5977184" y="7222556"/>
                <a:ext cx="640080" cy="640080"/>
                <a:chOff x="4580238" y="1556951"/>
                <a:chExt cx="640080" cy="640080"/>
              </a:xfrm>
            </p:grpSpPr>
            <p:sp>
              <p:nvSpPr>
                <p:cNvPr id="341" name="Pie 340">
                  <a:extLst>
                    <a:ext uri="{FF2B5EF4-FFF2-40B4-BE49-F238E27FC236}">
                      <a16:creationId xmlns:a16="http://schemas.microsoft.com/office/drawing/2014/main" id="{1A025268-0BC3-143A-ECA6-E5E5530EFC5C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2" name="Arc 341">
                  <a:extLst>
                    <a:ext uri="{FF2B5EF4-FFF2-40B4-BE49-F238E27FC236}">
                      <a16:creationId xmlns:a16="http://schemas.microsoft.com/office/drawing/2014/main" id="{E18FE3B9-6C03-585A-71FD-8AF53D10D939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43FA7834-3CDC-87A4-A9DD-22D54708379C}"/>
                  </a:ext>
                </a:extLst>
              </p:cNvPr>
              <p:cNvGrpSpPr/>
              <p:nvPr/>
            </p:nvGrpSpPr>
            <p:grpSpPr>
              <a:xfrm rot="16200000">
                <a:off x="5977184" y="6385325"/>
                <a:ext cx="640080" cy="640080"/>
                <a:chOff x="4580238" y="1556951"/>
                <a:chExt cx="640080" cy="640080"/>
              </a:xfrm>
            </p:grpSpPr>
            <p:sp>
              <p:nvSpPr>
                <p:cNvPr id="339" name="Pie 338">
                  <a:extLst>
                    <a:ext uri="{FF2B5EF4-FFF2-40B4-BE49-F238E27FC236}">
                      <a16:creationId xmlns:a16="http://schemas.microsoft.com/office/drawing/2014/main" id="{2A4643B9-E09E-7945-607E-BF1FDAEFAEEC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0" name="Arc 339">
                  <a:extLst>
                    <a:ext uri="{FF2B5EF4-FFF2-40B4-BE49-F238E27FC236}">
                      <a16:creationId xmlns:a16="http://schemas.microsoft.com/office/drawing/2014/main" id="{5B0FCC89-A15D-94A7-192D-92FA9A496164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89F93715-FAC0-9A7B-1172-63CF364B5F95}"/>
                  </a:ext>
                </a:extLst>
              </p:cNvPr>
              <p:cNvGrpSpPr/>
              <p:nvPr/>
            </p:nvGrpSpPr>
            <p:grpSpPr>
              <a:xfrm>
                <a:off x="4596714" y="6210168"/>
                <a:ext cx="640080" cy="640080"/>
                <a:chOff x="4580238" y="1556951"/>
                <a:chExt cx="640080" cy="640080"/>
              </a:xfrm>
            </p:grpSpPr>
            <p:sp>
              <p:nvSpPr>
                <p:cNvPr id="337" name="Pie 336">
                  <a:extLst>
                    <a:ext uri="{FF2B5EF4-FFF2-40B4-BE49-F238E27FC236}">
                      <a16:creationId xmlns:a16="http://schemas.microsoft.com/office/drawing/2014/main" id="{0F6F5592-81E1-BD46-9A1E-4C08F448F59A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8" name="Arc 337">
                  <a:extLst>
                    <a:ext uri="{FF2B5EF4-FFF2-40B4-BE49-F238E27FC236}">
                      <a16:creationId xmlns:a16="http://schemas.microsoft.com/office/drawing/2014/main" id="{AD86D4E3-3D68-DB16-8ACD-6F47D86472A9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767A6193-1F0E-6E41-5274-054810338EF0}"/>
                  </a:ext>
                </a:extLst>
              </p:cNvPr>
              <p:cNvGrpSpPr/>
              <p:nvPr/>
            </p:nvGrpSpPr>
            <p:grpSpPr>
              <a:xfrm rot="5400000">
                <a:off x="6035895" y="5091028"/>
                <a:ext cx="321276" cy="2559557"/>
                <a:chOff x="2125362" y="5257799"/>
                <a:chExt cx="321276" cy="914400"/>
              </a:xfrm>
            </p:grpSpPr>
            <p:sp>
              <p:nvSpPr>
                <p:cNvPr id="334" name="Rectangle 333">
                  <a:extLst>
                    <a:ext uri="{FF2B5EF4-FFF2-40B4-BE49-F238E27FC236}">
                      <a16:creationId xmlns:a16="http://schemas.microsoft.com/office/drawing/2014/main" id="{9618ADA7-55CC-885C-D1E0-9F9AB93F30A5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5" name="Straight Connector 334">
                  <a:extLst>
                    <a:ext uri="{FF2B5EF4-FFF2-40B4-BE49-F238E27FC236}">
                      <a16:creationId xmlns:a16="http://schemas.microsoft.com/office/drawing/2014/main" id="{F833EA72-A3D5-DEDD-1C40-207248A461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>
                  <a:extLst>
                    <a:ext uri="{FF2B5EF4-FFF2-40B4-BE49-F238E27FC236}">
                      <a16:creationId xmlns:a16="http://schemas.microsoft.com/office/drawing/2014/main" id="{F15095DB-2338-AD67-7A92-D68A456EC5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D8BB3563-513D-12B7-A4F1-00AD9CE41FFB}"/>
                  </a:ext>
                </a:extLst>
              </p:cNvPr>
              <p:cNvGrpSpPr/>
              <p:nvPr/>
            </p:nvGrpSpPr>
            <p:grpSpPr>
              <a:xfrm>
                <a:off x="5341002" y="5466964"/>
                <a:ext cx="321276" cy="2324874"/>
                <a:chOff x="2125362" y="5257799"/>
                <a:chExt cx="321276" cy="914400"/>
              </a:xfrm>
            </p:grpSpPr>
            <p:sp>
              <p:nvSpPr>
                <p:cNvPr id="331" name="Rectangle 330">
                  <a:extLst>
                    <a:ext uri="{FF2B5EF4-FFF2-40B4-BE49-F238E27FC236}">
                      <a16:creationId xmlns:a16="http://schemas.microsoft.com/office/drawing/2014/main" id="{35400C9F-EB01-1FC9-12E6-93E796793296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00942FC9-D6A7-3A5C-187F-6FD5573A2F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46373A85-BE78-96F9-39E1-F7419F50EC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BFD1DCD5-17B6-32A8-5679-5EF628DA1702}"/>
                  </a:ext>
                </a:extLst>
              </p:cNvPr>
              <p:cNvGrpSpPr/>
              <p:nvPr/>
            </p:nvGrpSpPr>
            <p:grpSpPr>
              <a:xfrm>
                <a:off x="4595478" y="6531442"/>
                <a:ext cx="321276" cy="1260395"/>
                <a:chOff x="2125362" y="5257799"/>
                <a:chExt cx="321276" cy="914400"/>
              </a:xfrm>
            </p:grpSpPr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41164610-8DA8-3EB8-B97A-CFCA1E374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F624B5F9-0A95-0167-5C2B-4CCCD25C20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56616E67-2A84-686F-BC51-184F87B64AC6}"/>
                  </a:ext>
                </a:extLst>
              </p:cNvPr>
              <p:cNvGrpSpPr/>
              <p:nvPr/>
            </p:nvGrpSpPr>
            <p:grpSpPr>
              <a:xfrm rot="10800000">
                <a:off x="6487671" y="6903753"/>
                <a:ext cx="640080" cy="640080"/>
                <a:chOff x="4580238" y="1556951"/>
                <a:chExt cx="640080" cy="640080"/>
              </a:xfrm>
            </p:grpSpPr>
            <p:sp>
              <p:nvSpPr>
                <p:cNvPr id="327" name="Pie 326">
                  <a:extLst>
                    <a:ext uri="{FF2B5EF4-FFF2-40B4-BE49-F238E27FC236}">
                      <a16:creationId xmlns:a16="http://schemas.microsoft.com/office/drawing/2014/main" id="{88DFAF2D-0711-0069-506B-62E41F1C0D43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8" name="Arc 327">
                  <a:extLst>
                    <a:ext uri="{FF2B5EF4-FFF2-40B4-BE49-F238E27FC236}">
                      <a16:creationId xmlns:a16="http://schemas.microsoft.com/office/drawing/2014/main" id="{6E9107B4-F86E-356C-D41A-9A17BC358FFA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BBCF29FB-C1EA-1B34-DC89-26DF7FBF179E}"/>
                  </a:ext>
                </a:extLst>
              </p:cNvPr>
              <p:cNvGrpSpPr/>
              <p:nvPr/>
            </p:nvGrpSpPr>
            <p:grpSpPr>
              <a:xfrm>
                <a:off x="5975948" y="7541360"/>
                <a:ext cx="321276" cy="250477"/>
                <a:chOff x="2125362" y="5257799"/>
                <a:chExt cx="321276" cy="914400"/>
              </a:xfrm>
            </p:grpSpPr>
            <p:sp>
              <p:nvSpPr>
                <p:cNvPr id="324" name="Rectangle 323">
                  <a:extLst>
                    <a:ext uri="{FF2B5EF4-FFF2-40B4-BE49-F238E27FC236}">
                      <a16:creationId xmlns:a16="http://schemas.microsoft.com/office/drawing/2014/main" id="{2F6C0B98-2332-9708-3F99-E3042B87655D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EE34C6B1-E487-7DC5-89C5-087E8446B9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737150DE-6A2F-9598-0789-039240E89E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>
                <a:extLst>
                  <a:ext uri="{FF2B5EF4-FFF2-40B4-BE49-F238E27FC236}">
                    <a16:creationId xmlns:a16="http://schemas.microsoft.com/office/drawing/2014/main" id="{D30B5B11-999D-1413-6F4D-E37F7D5CD714}"/>
                  </a:ext>
                </a:extLst>
              </p:cNvPr>
              <p:cNvGrpSpPr/>
              <p:nvPr/>
            </p:nvGrpSpPr>
            <p:grpSpPr>
              <a:xfrm>
                <a:off x="7476312" y="7025404"/>
                <a:ext cx="321276" cy="766434"/>
                <a:chOff x="2125362" y="5257799"/>
                <a:chExt cx="321276" cy="914400"/>
              </a:xfrm>
            </p:grpSpPr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78B4D9CD-2938-3577-6667-7CBBFAEB4BB8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22" name="Straight Connector 321">
                  <a:extLst>
                    <a:ext uri="{FF2B5EF4-FFF2-40B4-BE49-F238E27FC236}">
                      <a16:creationId xmlns:a16="http://schemas.microsoft.com/office/drawing/2014/main" id="{3CDCCCB1-A280-B24C-2B84-53E0B1E63E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E2566557-AB5D-D240-B64A-F7C9083B0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>
                <a:extLst>
                  <a:ext uri="{FF2B5EF4-FFF2-40B4-BE49-F238E27FC236}">
                    <a16:creationId xmlns:a16="http://schemas.microsoft.com/office/drawing/2014/main" id="{74816333-C54E-D46B-9733-353607C22C16}"/>
                  </a:ext>
                </a:extLst>
              </p:cNvPr>
              <p:cNvGrpSpPr/>
              <p:nvPr/>
            </p:nvGrpSpPr>
            <p:grpSpPr>
              <a:xfrm rot="5400000">
                <a:off x="6397924" y="7121857"/>
                <a:ext cx="321276" cy="522675"/>
                <a:chOff x="2125362" y="5257799"/>
                <a:chExt cx="321276" cy="914400"/>
              </a:xfrm>
            </p:grpSpPr>
            <p:sp>
              <p:nvSpPr>
                <p:cNvPr id="318" name="Rectangle 317">
                  <a:extLst>
                    <a:ext uri="{FF2B5EF4-FFF2-40B4-BE49-F238E27FC236}">
                      <a16:creationId xmlns:a16="http://schemas.microsoft.com/office/drawing/2014/main" id="{8B807591-1B2C-9DEE-D08A-626DADAF9B75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9" name="Straight Connector 318">
                  <a:extLst>
                    <a:ext uri="{FF2B5EF4-FFF2-40B4-BE49-F238E27FC236}">
                      <a16:creationId xmlns:a16="http://schemas.microsoft.com/office/drawing/2014/main" id="{2D7C4540-9DDF-CE61-EC09-0ECEE528FA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Straight Connector 319">
                  <a:extLst>
                    <a:ext uri="{FF2B5EF4-FFF2-40B4-BE49-F238E27FC236}">
                      <a16:creationId xmlns:a16="http://schemas.microsoft.com/office/drawing/2014/main" id="{F9E83AB2-4772-BFCF-6A9D-EFDD4BFCCB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>
                <a:extLst>
                  <a:ext uri="{FF2B5EF4-FFF2-40B4-BE49-F238E27FC236}">
                    <a16:creationId xmlns:a16="http://schemas.microsoft.com/office/drawing/2014/main" id="{B146090E-24A6-0C10-16ED-29DCECDF1288}"/>
                  </a:ext>
                </a:extLst>
              </p:cNvPr>
              <p:cNvGrpSpPr/>
              <p:nvPr/>
            </p:nvGrpSpPr>
            <p:grpSpPr>
              <a:xfrm>
                <a:off x="4595478" y="7791838"/>
                <a:ext cx="320040" cy="457200"/>
                <a:chOff x="1062682" y="2347782"/>
                <a:chExt cx="320040" cy="457200"/>
              </a:xfrm>
            </p:grpSpPr>
            <p:sp>
              <p:nvSpPr>
                <p:cNvPr id="315" name="Rectangle 314">
                  <a:extLst>
                    <a:ext uri="{FF2B5EF4-FFF2-40B4-BE49-F238E27FC236}">
                      <a16:creationId xmlns:a16="http://schemas.microsoft.com/office/drawing/2014/main" id="{329B1173-8F0F-28E5-2305-C8FC5521C0C2}"/>
                    </a:ext>
                  </a:extLst>
                </p:cNvPr>
                <p:cNvSpPr/>
                <p:nvPr/>
              </p:nvSpPr>
              <p:spPr>
                <a:xfrm>
                  <a:off x="1062682" y="2347782"/>
                  <a:ext cx="32004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CFCC3781-2FF3-9113-A07F-71A6BA2B1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268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134AE053-5586-C9D5-8838-639A785ED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8272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DC37CA92-AA17-FCDD-7B97-CC0AD2C10583}"/>
                  </a:ext>
                </a:extLst>
              </p:cNvPr>
              <p:cNvGrpSpPr/>
              <p:nvPr/>
            </p:nvGrpSpPr>
            <p:grpSpPr>
              <a:xfrm rot="5400000">
                <a:off x="6726748" y="6275841"/>
                <a:ext cx="321276" cy="1177851"/>
                <a:chOff x="2125362" y="5257799"/>
                <a:chExt cx="321276" cy="914400"/>
              </a:xfrm>
            </p:grpSpPr>
            <p:sp>
              <p:nvSpPr>
                <p:cNvPr id="312" name="Rectangle 311">
                  <a:extLst>
                    <a:ext uri="{FF2B5EF4-FFF2-40B4-BE49-F238E27FC236}">
                      <a16:creationId xmlns:a16="http://schemas.microsoft.com/office/drawing/2014/main" id="{E7288978-E91F-B0BD-F764-E78CEF8B913D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B6A21BFC-AE60-8CBA-3ADA-CEA0B8C5D8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6F1E96E5-C49E-343C-C9A5-2755766D8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D335BED4-097B-09AD-E0CA-F1CB2EB4F2A1}"/>
                  </a:ext>
                </a:extLst>
              </p:cNvPr>
              <p:cNvGrpSpPr/>
              <p:nvPr/>
            </p:nvGrpSpPr>
            <p:grpSpPr>
              <a:xfrm>
                <a:off x="5977184" y="5466963"/>
                <a:ext cx="321276" cy="1250955"/>
                <a:chOff x="2125362" y="5257799"/>
                <a:chExt cx="321276" cy="914400"/>
              </a:xfrm>
            </p:grpSpPr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1E762350-F839-E209-2089-5A63CF583A9A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B9591680-0426-60CC-FFC0-AE5999FABF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9BDA615F-A593-BAEA-3557-8B8DA9169E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>
                <a:extLst>
                  <a:ext uri="{FF2B5EF4-FFF2-40B4-BE49-F238E27FC236}">
                    <a16:creationId xmlns:a16="http://schemas.microsoft.com/office/drawing/2014/main" id="{A61A2939-4770-43A5-1871-75D6ECD156E0}"/>
                  </a:ext>
                </a:extLst>
              </p:cNvPr>
              <p:cNvGrpSpPr/>
              <p:nvPr/>
            </p:nvGrpSpPr>
            <p:grpSpPr>
              <a:xfrm rot="5400000">
                <a:off x="7157508" y="6704128"/>
                <a:ext cx="640080" cy="640080"/>
                <a:chOff x="4580238" y="1556951"/>
                <a:chExt cx="640080" cy="640080"/>
              </a:xfrm>
            </p:grpSpPr>
            <p:sp>
              <p:nvSpPr>
                <p:cNvPr id="307" name="Pie 306">
                  <a:extLst>
                    <a:ext uri="{FF2B5EF4-FFF2-40B4-BE49-F238E27FC236}">
                      <a16:creationId xmlns:a16="http://schemas.microsoft.com/office/drawing/2014/main" id="{36AFB7D9-1BF0-B96D-B510-79645EA086A0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" name="Arc 307">
                  <a:extLst>
                    <a:ext uri="{FF2B5EF4-FFF2-40B4-BE49-F238E27FC236}">
                      <a16:creationId xmlns:a16="http://schemas.microsoft.com/office/drawing/2014/main" id="{78F935D8-2544-3995-7571-90F516EACF76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2DB5E471-B798-CA33-D874-BAF7F8CD39D3}"/>
                  </a:ext>
                </a:extLst>
              </p:cNvPr>
              <p:cNvGrpSpPr/>
              <p:nvPr/>
            </p:nvGrpSpPr>
            <p:grpSpPr>
              <a:xfrm rot="10800000">
                <a:off x="7158744" y="5891365"/>
                <a:ext cx="640080" cy="640080"/>
                <a:chOff x="4580238" y="1556951"/>
                <a:chExt cx="640080" cy="640080"/>
              </a:xfrm>
            </p:grpSpPr>
            <p:sp>
              <p:nvSpPr>
                <p:cNvPr id="305" name="Pie 304">
                  <a:extLst>
                    <a:ext uri="{FF2B5EF4-FFF2-40B4-BE49-F238E27FC236}">
                      <a16:creationId xmlns:a16="http://schemas.microsoft.com/office/drawing/2014/main" id="{60146BAF-0A7A-E4C5-6636-381F9F4C3911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6" name="Arc 305">
                  <a:extLst>
                    <a:ext uri="{FF2B5EF4-FFF2-40B4-BE49-F238E27FC236}">
                      <a16:creationId xmlns:a16="http://schemas.microsoft.com/office/drawing/2014/main" id="{93F84C8B-4B54-97E2-9132-E0A27E839316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2A87D9A4-26E2-B93A-7E43-86B635AA9293}"/>
                  </a:ext>
                </a:extLst>
              </p:cNvPr>
              <p:cNvGrpSpPr/>
              <p:nvPr/>
            </p:nvGrpSpPr>
            <p:grpSpPr>
              <a:xfrm>
                <a:off x="7477548" y="5466963"/>
                <a:ext cx="321276" cy="743205"/>
                <a:chOff x="2125362" y="5257799"/>
                <a:chExt cx="321276" cy="914400"/>
              </a:xfrm>
            </p:grpSpPr>
            <p:sp>
              <p:nvSpPr>
                <p:cNvPr id="302" name="Rectangle 301">
                  <a:extLst>
                    <a:ext uri="{FF2B5EF4-FFF2-40B4-BE49-F238E27FC236}">
                      <a16:creationId xmlns:a16="http://schemas.microsoft.com/office/drawing/2014/main" id="{01460FBC-5767-279A-9CE3-2F858CC806E4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3" name="Straight Connector 302">
                  <a:extLst>
                    <a:ext uri="{FF2B5EF4-FFF2-40B4-BE49-F238E27FC236}">
                      <a16:creationId xmlns:a16="http://schemas.microsoft.com/office/drawing/2014/main" id="{F7EA3C53-19EF-147D-B06E-5CF39E4E11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>
                  <a:extLst>
                    <a:ext uri="{FF2B5EF4-FFF2-40B4-BE49-F238E27FC236}">
                      <a16:creationId xmlns:a16="http://schemas.microsoft.com/office/drawing/2014/main" id="{33FA25F0-3F26-B4A1-F160-EE20B5D9BC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334DDCCA-08DB-DEA1-1C1D-4D5D055B3DE9}"/>
                  </a:ext>
                </a:extLst>
              </p:cNvPr>
              <p:cNvGrpSpPr/>
              <p:nvPr/>
            </p:nvGrpSpPr>
            <p:grpSpPr>
              <a:xfrm>
                <a:off x="6806475" y="5466962"/>
                <a:ext cx="321276" cy="1755593"/>
                <a:chOff x="2125362" y="5257799"/>
                <a:chExt cx="321276" cy="914400"/>
              </a:xfrm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1A4DD633-CE72-DF0D-90B6-C4E107B167B1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0" name="Straight Connector 299">
                  <a:extLst>
                    <a:ext uri="{FF2B5EF4-FFF2-40B4-BE49-F238E27FC236}">
                      <a16:creationId xmlns:a16="http://schemas.microsoft.com/office/drawing/2014/main" id="{4F9E3DB4-45FD-58AA-6C9D-6AC9FDDAE8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1F4172F6-8EE6-1243-1E3D-7AD3BDD837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02CE2E7F-7D6D-8A4E-7135-D6B2EEB7C484}"/>
                </a:ext>
              </a:extLst>
            </p:cNvPr>
            <p:cNvGrpSpPr/>
            <p:nvPr/>
          </p:nvGrpSpPr>
          <p:grpSpPr>
            <a:xfrm>
              <a:off x="534224" y="2439559"/>
              <a:ext cx="3657600" cy="2782074"/>
              <a:chOff x="15240" y="5466964"/>
              <a:chExt cx="3657600" cy="2782074"/>
            </a:xfrm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B287A6BF-BC97-B345-3DBF-7C845CB3BB15}"/>
                  </a:ext>
                </a:extLst>
              </p:cNvPr>
              <p:cNvSpPr/>
              <p:nvPr/>
            </p:nvSpPr>
            <p:spPr>
              <a:xfrm>
                <a:off x="15240" y="5827114"/>
                <a:ext cx="3657600" cy="228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id="{DA5FB28D-A481-9568-7789-5BD117989C8E}"/>
                  </a:ext>
                </a:extLst>
              </p:cNvPr>
              <p:cNvGrpSpPr/>
              <p:nvPr/>
            </p:nvGrpSpPr>
            <p:grpSpPr>
              <a:xfrm>
                <a:off x="2141838" y="7791838"/>
                <a:ext cx="320040" cy="457200"/>
                <a:chOff x="1062682" y="2347782"/>
                <a:chExt cx="320040" cy="457200"/>
              </a:xfrm>
            </p:grpSpPr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F37E0B82-899B-349E-21BA-14F820BF45BE}"/>
                    </a:ext>
                  </a:extLst>
                </p:cNvPr>
                <p:cNvSpPr/>
                <p:nvPr/>
              </p:nvSpPr>
              <p:spPr>
                <a:xfrm>
                  <a:off x="1062682" y="2347782"/>
                  <a:ext cx="32004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D531B956-DA5A-7929-58EF-13EF7594DD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268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8E8A5FBE-60A2-3749-87ED-6604338ED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8272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48A70A40-A852-CDFE-3273-D18E1D4F1552}"/>
                  </a:ext>
                </a:extLst>
              </p:cNvPr>
              <p:cNvGrpSpPr/>
              <p:nvPr/>
            </p:nvGrpSpPr>
            <p:grpSpPr>
              <a:xfrm>
                <a:off x="248255" y="7791838"/>
                <a:ext cx="320040" cy="457200"/>
                <a:chOff x="1062682" y="2347782"/>
                <a:chExt cx="320040" cy="457200"/>
              </a:xfrm>
            </p:grpSpPr>
            <p:sp>
              <p:nvSpPr>
                <p:cNvPr id="272" name="Rectangle 271">
                  <a:extLst>
                    <a:ext uri="{FF2B5EF4-FFF2-40B4-BE49-F238E27FC236}">
                      <a16:creationId xmlns:a16="http://schemas.microsoft.com/office/drawing/2014/main" id="{9717FF74-EB52-C7DE-61BD-BA30D91603AD}"/>
                    </a:ext>
                  </a:extLst>
                </p:cNvPr>
                <p:cNvSpPr/>
                <p:nvPr/>
              </p:nvSpPr>
              <p:spPr>
                <a:xfrm>
                  <a:off x="1062682" y="2347782"/>
                  <a:ext cx="32004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0F08985A-6FD5-9CBB-D0F1-77E34A09B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268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AB711F44-A278-4D57-A547-993369FD38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8272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0708FBEC-C27F-92B2-6C62-A9D6966A7043}"/>
                  </a:ext>
                </a:extLst>
              </p:cNvPr>
              <p:cNvGrpSpPr/>
              <p:nvPr/>
            </p:nvGrpSpPr>
            <p:grpSpPr>
              <a:xfrm>
                <a:off x="2140602" y="5466964"/>
                <a:ext cx="321276" cy="2324874"/>
                <a:chOff x="2125362" y="5257799"/>
                <a:chExt cx="321276" cy="914400"/>
              </a:xfrm>
            </p:grpSpPr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E4DC26E5-DA73-83C6-8E04-8A6B838F60C9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8CCAC22B-B86E-99A7-2637-848CA5B7D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B45293A8-100A-8869-5650-8E2F930E19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E97D9F57-26AF-75D8-F494-6BAC371FDE49}"/>
                  </a:ext>
                </a:extLst>
              </p:cNvPr>
              <p:cNvGrpSpPr/>
              <p:nvPr/>
            </p:nvGrpSpPr>
            <p:grpSpPr>
              <a:xfrm>
                <a:off x="1440073" y="7061918"/>
                <a:ext cx="640080" cy="640080"/>
                <a:chOff x="4580238" y="1556951"/>
                <a:chExt cx="640080" cy="640080"/>
              </a:xfrm>
            </p:grpSpPr>
            <p:sp>
              <p:nvSpPr>
                <p:cNvPr id="267" name="Pie 266">
                  <a:extLst>
                    <a:ext uri="{FF2B5EF4-FFF2-40B4-BE49-F238E27FC236}">
                      <a16:creationId xmlns:a16="http://schemas.microsoft.com/office/drawing/2014/main" id="{ECF48D31-0CF3-A3F5-8CE5-DE423B63EF75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8" name="Arc 267">
                  <a:extLst>
                    <a:ext uri="{FF2B5EF4-FFF2-40B4-BE49-F238E27FC236}">
                      <a16:creationId xmlns:a16="http://schemas.microsoft.com/office/drawing/2014/main" id="{E81802CE-9FD2-DD2B-3991-28535C0B8DAB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A52BA6EF-66FC-A2A2-033B-12DF2343A502}"/>
                  </a:ext>
                </a:extLst>
              </p:cNvPr>
              <p:cNvGrpSpPr/>
              <p:nvPr/>
            </p:nvGrpSpPr>
            <p:grpSpPr>
              <a:xfrm>
                <a:off x="1440073" y="7381506"/>
                <a:ext cx="321276" cy="410332"/>
                <a:chOff x="2125362" y="5257799"/>
                <a:chExt cx="321276" cy="914400"/>
              </a:xfrm>
            </p:grpSpPr>
            <p:sp>
              <p:nvSpPr>
                <p:cNvPr id="264" name="Rectangle 263">
                  <a:extLst>
                    <a:ext uri="{FF2B5EF4-FFF2-40B4-BE49-F238E27FC236}">
                      <a16:creationId xmlns:a16="http://schemas.microsoft.com/office/drawing/2014/main" id="{F76440B1-ABDD-C6B4-E2C6-B0C760683453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50ED6044-AAEB-0D9B-F3CD-2EDE2CA6CD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88F9992E-82CA-8301-33CB-E0B57147CC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679F27FA-177A-3003-5832-56462235511D}"/>
                  </a:ext>
                </a:extLst>
              </p:cNvPr>
              <p:cNvGrpSpPr/>
              <p:nvPr/>
            </p:nvGrpSpPr>
            <p:grpSpPr>
              <a:xfrm rot="5400000">
                <a:off x="2094398" y="6725946"/>
                <a:ext cx="321276" cy="989844"/>
                <a:chOff x="2125362" y="5257799"/>
                <a:chExt cx="321276" cy="914400"/>
              </a:xfrm>
            </p:grpSpPr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21ED3D05-4DD7-5CF1-4D2E-67C985595CF8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56A72282-C5EC-5EEF-E789-656CDBC15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2348DD62-A310-44CA-46EF-499E959ED9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8EC3F123-C6B5-527D-2624-8FB9B226B426}"/>
                  </a:ext>
                </a:extLst>
              </p:cNvPr>
              <p:cNvGrpSpPr/>
              <p:nvPr/>
            </p:nvGrpSpPr>
            <p:grpSpPr>
              <a:xfrm rot="10800000">
                <a:off x="2431154" y="6741427"/>
                <a:ext cx="640080" cy="640080"/>
                <a:chOff x="4580238" y="1556951"/>
                <a:chExt cx="640080" cy="640080"/>
              </a:xfrm>
            </p:grpSpPr>
            <p:sp>
              <p:nvSpPr>
                <p:cNvPr id="259" name="Pie 258">
                  <a:extLst>
                    <a:ext uri="{FF2B5EF4-FFF2-40B4-BE49-F238E27FC236}">
                      <a16:creationId xmlns:a16="http://schemas.microsoft.com/office/drawing/2014/main" id="{3B28EE81-631B-8AB4-14C1-53EFAECFF1C6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0" name="Arc 259">
                  <a:extLst>
                    <a:ext uri="{FF2B5EF4-FFF2-40B4-BE49-F238E27FC236}">
                      <a16:creationId xmlns:a16="http://schemas.microsoft.com/office/drawing/2014/main" id="{2E07C3F0-5973-C831-04AD-3ECD038667BC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2C485FF3-7667-8BE7-9060-0963FF5B3045}"/>
                  </a:ext>
                </a:extLst>
              </p:cNvPr>
              <p:cNvGrpSpPr/>
              <p:nvPr/>
            </p:nvGrpSpPr>
            <p:grpSpPr>
              <a:xfrm>
                <a:off x="2749958" y="5466964"/>
                <a:ext cx="321276" cy="1591568"/>
                <a:chOff x="2125362" y="5257799"/>
                <a:chExt cx="321276" cy="914400"/>
              </a:xfrm>
            </p:grpSpPr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C1DF2480-5704-20D6-AB75-7A645F117C50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0D8D2F71-97B4-87F6-0317-B8ABF6559A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16129AE7-8BBE-2573-06CB-401EF270E2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B9420009-22E9-346B-A6F9-90989C6D3638}"/>
                  </a:ext>
                </a:extLst>
              </p:cNvPr>
              <p:cNvGrpSpPr/>
              <p:nvPr/>
            </p:nvGrpSpPr>
            <p:grpSpPr>
              <a:xfrm rot="10800000">
                <a:off x="757944" y="6166654"/>
                <a:ext cx="640080" cy="640080"/>
                <a:chOff x="4580238" y="1556951"/>
                <a:chExt cx="640080" cy="640080"/>
              </a:xfrm>
            </p:grpSpPr>
            <p:sp>
              <p:nvSpPr>
                <p:cNvPr id="254" name="Pie 253">
                  <a:extLst>
                    <a:ext uri="{FF2B5EF4-FFF2-40B4-BE49-F238E27FC236}">
                      <a16:creationId xmlns:a16="http://schemas.microsoft.com/office/drawing/2014/main" id="{7DA1A01D-5CD4-595A-86E2-9232CC860C88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5" name="Arc 254">
                  <a:extLst>
                    <a:ext uri="{FF2B5EF4-FFF2-40B4-BE49-F238E27FC236}">
                      <a16:creationId xmlns:a16="http://schemas.microsoft.com/office/drawing/2014/main" id="{A87E317A-961A-19FE-9102-3E70D509F325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48103AA8-28B7-F58D-BED7-79F5B6323D6B}"/>
                  </a:ext>
                </a:extLst>
              </p:cNvPr>
              <p:cNvGrpSpPr/>
              <p:nvPr/>
            </p:nvGrpSpPr>
            <p:grpSpPr>
              <a:xfrm rot="5400000">
                <a:off x="661883" y="6391869"/>
                <a:ext cx="321276" cy="508453"/>
                <a:chOff x="2125362" y="5257799"/>
                <a:chExt cx="321276" cy="914400"/>
              </a:xfrm>
            </p:grpSpPr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24766B1C-165E-D3B5-87CF-6A404E9E92FB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0769476D-185C-2136-6ABC-10646895CF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4210948F-CCF0-0D6F-9F84-2913265CDA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507D399C-44E0-3D4D-A124-ACF52F8D5BF4}"/>
                  </a:ext>
                </a:extLst>
              </p:cNvPr>
              <p:cNvGrpSpPr/>
              <p:nvPr/>
            </p:nvGrpSpPr>
            <p:grpSpPr>
              <a:xfrm>
                <a:off x="247019" y="6806072"/>
                <a:ext cx="321276" cy="985765"/>
                <a:chOff x="2125362" y="5257799"/>
                <a:chExt cx="321276" cy="914400"/>
              </a:xfrm>
            </p:grpSpPr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27FE459E-747C-1DC4-7F2F-814B14FF480E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C464C151-5A57-C8F6-D30C-1025037ABD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33BB8D33-BA77-80B1-0AF1-56F9992D03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FBE51579-7C65-B3A6-5BA7-94865D97C75C}"/>
                  </a:ext>
                </a:extLst>
              </p:cNvPr>
              <p:cNvGrpSpPr/>
              <p:nvPr/>
            </p:nvGrpSpPr>
            <p:grpSpPr>
              <a:xfrm>
                <a:off x="247019" y="6485457"/>
                <a:ext cx="640080" cy="640080"/>
                <a:chOff x="4580238" y="1556951"/>
                <a:chExt cx="640080" cy="640080"/>
              </a:xfrm>
            </p:grpSpPr>
            <p:sp>
              <p:nvSpPr>
                <p:cNvPr id="246" name="Pie 245">
                  <a:extLst>
                    <a:ext uri="{FF2B5EF4-FFF2-40B4-BE49-F238E27FC236}">
                      <a16:creationId xmlns:a16="http://schemas.microsoft.com/office/drawing/2014/main" id="{37114BD9-1103-B643-F58E-62F8C5D105BC}"/>
                    </a:ext>
                  </a:extLst>
                </p:cNvPr>
                <p:cNvSpPr/>
                <p:nvPr/>
              </p:nvSpPr>
              <p:spPr>
                <a:xfrm>
                  <a:off x="4580238" y="1556951"/>
                  <a:ext cx="640080" cy="640080"/>
                </a:xfrm>
                <a:prstGeom prst="pie">
                  <a:avLst>
                    <a:gd name="adj1" fmla="val 10766169"/>
                    <a:gd name="adj2" fmla="val 1620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7" name="Arc 246">
                  <a:extLst>
                    <a:ext uri="{FF2B5EF4-FFF2-40B4-BE49-F238E27FC236}">
                      <a16:creationId xmlns:a16="http://schemas.microsoft.com/office/drawing/2014/main" id="{E46EFDC6-32EB-494F-0C13-4705A7999350}"/>
                    </a:ext>
                  </a:extLst>
                </p:cNvPr>
                <p:cNvSpPr/>
                <p:nvPr/>
              </p:nvSpPr>
              <p:spPr>
                <a:xfrm flipH="1">
                  <a:off x="4580238" y="1556951"/>
                  <a:ext cx="640080" cy="640080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F14DFE0F-F33C-91B7-9396-481578DAEE7D}"/>
                  </a:ext>
                </a:extLst>
              </p:cNvPr>
              <p:cNvGrpSpPr/>
              <p:nvPr/>
            </p:nvGrpSpPr>
            <p:grpSpPr>
              <a:xfrm>
                <a:off x="1076748" y="5466964"/>
                <a:ext cx="321276" cy="1021850"/>
                <a:chOff x="2125362" y="5257799"/>
                <a:chExt cx="321276" cy="914400"/>
              </a:xfrm>
            </p:grpSpPr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A678FAE6-2F0D-EC66-7B2A-4BBADA90CAFC}"/>
                    </a:ext>
                  </a:extLst>
                </p:cNvPr>
                <p:cNvSpPr/>
                <p:nvPr/>
              </p:nvSpPr>
              <p:spPr>
                <a:xfrm>
                  <a:off x="2125362" y="5257799"/>
                  <a:ext cx="321276" cy="9144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D961B87C-1647-56A6-9BFD-91B17DC7D5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46638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FCB878B0-C5BD-6643-10C9-473C4260B9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25362" y="5257799"/>
                  <a:ext cx="0" cy="914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2DC8CF62-9C7A-2543-A98D-8AE878DEC421}"/>
                  </a:ext>
                </a:extLst>
              </p:cNvPr>
              <p:cNvGrpSpPr/>
              <p:nvPr/>
            </p:nvGrpSpPr>
            <p:grpSpPr>
              <a:xfrm>
                <a:off x="1440073" y="7791838"/>
                <a:ext cx="320040" cy="457200"/>
                <a:chOff x="1062682" y="2347782"/>
                <a:chExt cx="320040" cy="457200"/>
              </a:xfrm>
            </p:grpSpPr>
            <p:sp>
              <p:nvSpPr>
                <p:cNvPr id="240" name="Rectangle 239">
                  <a:extLst>
                    <a:ext uri="{FF2B5EF4-FFF2-40B4-BE49-F238E27FC236}">
                      <a16:creationId xmlns:a16="http://schemas.microsoft.com/office/drawing/2014/main" id="{6E05B6B4-F2F4-0E94-DECE-5EFE9F98EE8F}"/>
                    </a:ext>
                  </a:extLst>
                </p:cNvPr>
                <p:cNvSpPr/>
                <p:nvPr/>
              </p:nvSpPr>
              <p:spPr>
                <a:xfrm>
                  <a:off x="1062682" y="2347782"/>
                  <a:ext cx="32004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C881878B-5C6C-C850-4137-CBA2044881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268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53F51A62-DFAB-EFC3-8D8C-518FE6B67C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82722" y="2347782"/>
                  <a:ext cx="0" cy="3200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015953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14EE-D63D-ECD2-E3BF-3F9B04FB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34E95A5-4A9F-413D-ECD1-F6D3157980E5}"/>
              </a:ext>
            </a:extLst>
          </p:cNvPr>
          <p:cNvGrpSpPr/>
          <p:nvPr/>
        </p:nvGrpSpPr>
        <p:grpSpPr>
          <a:xfrm>
            <a:off x="780186" y="2687001"/>
            <a:ext cx="7315200" cy="2423161"/>
            <a:chOff x="780186" y="2687001"/>
            <a:chExt cx="7315200" cy="242316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6E3F6DF-BF34-1EFC-169E-F2E46FF48BFD}"/>
                </a:ext>
              </a:extLst>
            </p:cNvPr>
            <p:cNvSpPr/>
            <p:nvPr/>
          </p:nvSpPr>
          <p:spPr>
            <a:xfrm>
              <a:off x="780186" y="2687002"/>
              <a:ext cx="73152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AB01602-C364-AE0C-5E99-D336D2C6CABC}"/>
                </a:ext>
              </a:extLst>
            </p:cNvPr>
            <p:cNvGrpSpPr/>
            <p:nvPr/>
          </p:nvGrpSpPr>
          <p:grpSpPr>
            <a:xfrm>
              <a:off x="1076748" y="4652962"/>
              <a:ext cx="320040" cy="457200"/>
              <a:chOff x="1062682" y="2347782"/>
              <a:chExt cx="320040" cy="45720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9F86BED-34BB-2E27-5357-8B7F2F17025A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56E3626-955C-56CE-E1B4-3088405149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99BAF27-690C-7CF0-76B3-AA33258CEF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B794DC1-F03B-2A1D-58F6-901A8146658A}"/>
                </a:ext>
              </a:extLst>
            </p:cNvPr>
            <p:cNvGrpSpPr/>
            <p:nvPr/>
          </p:nvGrpSpPr>
          <p:grpSpPr>
            <a:xfrm>
              <a:off x="2140602" y="4652962"/>
              <a:ext cx="320040" cy="457200"/>
              <a:chOff x="1062682" y="2347782"/>
              <a:chExt cx="320040" cy="4572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FAFF25-51B4-B50F-BADA-F2C72E54210A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356CC38-5085-A6F0-D04D-43C8AD76DA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DE3A3704-C1C8-E5C7-E932-A91879254D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BBBE93-9792-2843-D7B8-5F750CF04419}"/>
                </a:ext>
              </a:extLst>
            </p:cNvPr>
            <p:cNvGrpSpPr/>
            <p:nvPr/>
          </p:nvGrpSpPr>
          <p:grpSpPr>
            <a:xfrm>
              <a:off x="2749958" y="4652962"/>
              <a:ext cx="320040" cy="457200"/>
              <a:chOff x="1062682" y="2347782"/>
              <a:chExt cx="320040" cy="4572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DF25DF6-F5AF-6710-E53E-F6519C2DDFDB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55187CC-C68D-A656-98E1-5F955E701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043D693-C5F8-57E6-6E72-6E83BD148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1656F78-27E7-7BCC-96E3-2B86257B97C5}"/>
                </a:ext>
              </a:extLst>
            </p:cNvPr>
            <p:cNvGrpSpPr/>
            <p:nvPr/>
          </p:nvGrpSpPr>
          <p:grpSpPr>
            <a:xfrm>
              <a:off x="5342238" y="4652962"/>
              <a:ext cx="320040" cy="457200"/>
              <a:chOff x="1062682" y="2347782"/>
              <a:chExt cx="320040" cy="4572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9CCD905-0B34-F576-F384-7BC52430A748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B266B89-68E8-E9A2-A4C6-6BE6E81C4C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0A1A642-1E53-4C56-D2B1-22A74A450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88B530F-711E-AD94-2ADE-17D92C06B48A}"/>
                </a:ext>
              </a:extLst>
            </p:cNvPr>
            <p:cNvGrpSpPr/>
            <p:nvPr/>
          </p:nvGrpSpPr>
          <p:grpSpPr>
            <a:xfrm>
              <a:off x="5978420" y="4652962"/>
              <a:ext cx="320040" cy="457200"/>
              <a:chOff x="1062682" y="2347782"/>
              <a:chExt cx="320040" cy="4572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EF4CAE1-90A2-8CE8-C2E5-6A182ED671BC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E2F0589-0C9A-D299-D5ED-5138866A5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0B1EAB-23EB-6411-0D66-4DF037C3C7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A9892F9-25E9-7B40-68CA-6F9ECABD7FFF}"/>
                </a:ext>
              </a:extLst>
            </p:cNvPr>
            <p:cNvGrpSpPr/>
            <p:nvPr/>
          </p:nvGrpSpPr>
          <p:grpSpPr>
            <a:xfrm>
              <a:off x="6807711" y="4652962"/>
              <a:ext cx="320040" cy="457200"/>
              <a:chOff x="1062682" y="2347782"/>
              <a:chExt cx="320040" cy="4572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0DD5961-7D83-42F0-DDE5-418133A75D69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B47BDE0-6004-B74D-89CF-E51FE735A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5D04BDC-87EB-2B30-25B6-C60DEB371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C7EC702-FEAB-998A-B5E8-420B0792ADFC}"/>
                </a:ext>
              </a:extLst>
            </p:cNvPr>
            <p:cNvGrpSpPr/>
            <p:nvPr/>
          </p:nvGrpSpPr>
          <p:grpSpPr>
            <a:xfrm>
              <a:off x="7478784" y="4652962"/>
              <a:ext cx="320040" cy="457200"/>
              <a:chOff x="1062682" y="2347782"/>
              <a:chExt cx="320040" cy="4572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A801DF5-E0E9-481F-B2D4-B5545A6854BD}"/>
                  </a:ext>
                </a:extLst>
              </p:cNvPr>
              <p:cNvSpPr/>
              <p:nvPr/>
            </p:nvSpPr>
            <p:spPr>
              <a:xfrm>
                <a:off x="1062682" y="2347782"/>
                <a:ext cx="32004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F89C30E-AA46-1056-4637-F8A9279CC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68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4574184-2453-F72A-C865-D4F2EDC33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722" y="2347782"/>
                <a:ext cx="0" cy="3200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6D30BD9-9762-D498-43AB-FF7F96448296}"/>
                </a:ext>
              </a:extLst>
            </p:cNvPr>
            <p:cNvGrpSpPr/>
            <p:nvPr/>
          </p:nvGrpSpPr>
          <p:grpSpPr>
            <a:xfrm>
              <a:off x="1076748" y="2687001"/>
              <a:ext cx="321276" cy="1962605"/>
              <a:chOff x="2125362" y="5257799"/>
              <a:chExt cx="321276" cy="9144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184B065-9B98-A454-7137-9DF62D0CA914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A75C3CA-07DF-D7ED-B2C0-25D94C2BF7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A0F3407-3E55-C3D0-44AE-C013C037AF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FCF4054-FF60-D976-CD6D-BD06CF467EDF}"/>
                </a:ext>
              </a:extLst>
            </p:cNvPr>
            <p:cNvGrpSpPr/>
            <p:nvPr/>
          </p:nvGrpSpPr>
          <p:grpSpPr>
            <a:xfrm>
              <a:off x="2143548" y="2687002"/>
              <a:ext cx="321276" cy="691488"/>
              <a:chOff x="2125362" y="5257799"/>
              <a:chExt cx="321276" cy="9144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2F12DD3-DB2A-9F2F-0F69-ECC5EC649981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49678BE-01E7-891E-B77B-32E27D761B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D18749B-444E-0367-2F20-127448062B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22BD0D1-3B52-6D21-FE7C-3E4C25F54E15}"/>
                </a:ext>
              </a:extLst>
            </p:cNvPr>
            <p:cNvGrpSpPr/>
            <p:nvPr/>
          </p:nvGrpSpPr>
          <p:grpSpPr>
            <a:xfrm>
              <a:off x="3210348" y="2687002"/>
              <a:ext cx="321276" cy="1234354"/>
              <a:chOff x="2125362" y="5257799"/>
              <a:chExt cx="321276" cy="9144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4F2BFC0-D53C-AB8C-11FE-5A4C5B6B0B63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BDDF812-B6C2-A328-3929-F12BB0BAD0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0E9CB87-981D-C6E2-2851-8B19831482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27834B8-E965-014E-8126-9B4FD273AA4C}"/>
                </a:ext>
              </a:extLst>
            </p:cNvPr>
            <p:cNvGrpSpPr/>
            <p:nvPr/>
          </p:nvGrpSpPr>
          <p:grpSpPr>
            <a:xfrm>
              <a:off x="4277148" y="2687002"/>
              <a:ext cx="321276" cy="1234354"/>
              <a:chOff x="2125362" y="5257799"/>
              <a:chExt cx="321276" cy="91440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93BA3C7-8C1D-79F3-EABC-62F317AD91E7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3DDFCCF-9B02-DFFE-7B46-A42D2561C9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2AE6570-1067-216B-EC99-99849DD4FF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6196D04-A932-374B-D297-DC7B008385BE}"/>
                </a:ext>
              </a:extLst>
            </p:cNvPr>
            <p:cNvGrpSpPr/>
            <p:nvPr/>
          </p:nvGrpSpPr>
          <p:grpSpPr>
            <a:xfrm>
              <a:off x="5343948" y="2687001"/>
              <a:ext cx="321276" cy="1962605"/>
              <a:chOff x="2125362" y="5257799"/>
              <a:chExt cx="321276" cy="9144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E236210-9D1F-8BBF-71E2-0577F0477611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A896C42-C2AA-2E52-F12B-2D43205202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7E59747-E99A-7FA5-B149-0617433422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00970BE-0D3E-EAB1-A89F-3E101B7C50EF}"/>
                </a:ext>
              </a:extLst>
            </p:cNvPr>
            <p:cNvGrpSpPr/>
            <p:nvPr/>
          </p:nvGrpSpPr>
          <p:grpSpPr>
            <a:xfrm>
              <a:off x="7477548" y="2687001"/>
              <a:ext cx="321276" cy="1962605"/>
              <a:chOff x="2125362" y="5257799"/>
              <a:chExt cx="321276" cy="9144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4154741-FC9F-2239-9C28-59E270212BCD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F7F4087-F440-4EFD-20BF-D3758A73CC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6453C966-2676-78CE-2091-C204822639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4B559D7-83F9-46FB-B7A4-E94B6FE6E102}"/>
                </a:ext>
              </a:extLst>
            </p:cNvPr>
            <p:cNvGrpSpPr/>
            <p:nvPr/>
          </p:nvGrpSpPr>
          <p:grpSpPr>
            <a:xfrm rot="10800000">
              <a:off x="2891544" y="3602553"/>
              <a:ext cx="640080" cy="640080"/>
              <a:chOff x="4580238" y="1556951"/>
              <a:chExt cx="640080" cy="640080"/>
            </a:xfrm>
          </p:grpSpPr>
          <p:sp>
            <p:nvSpPr>
              <p:cNvPr id="63" name="Pie 62">
                <a:extLst>
                  <a:ext uri="{FF2B5EF4-FFF2-40B4-BE49-F238E27FC236}">
                    <a16:creationId xmlns:a16="http://schemas.microsoft.com/office/drawing/2014/main" id="{BD6B4D63-70DE-8D15-EF10-714A0D798007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39C4EDF5-7561-E9F5-7C1E-3499B8520381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002B56E4-BFDB-D003-7585-ED6721D186B2}"/>
                </a:ext>
              </a:extLst>
            </p:cNvPr>
            <p:cNvGrpSpPr/>
            <p:nvPr/>
          </p:nvGrpSpPr>
          <p:grpSpPr>
            <a:xfrm rot="5400000">
              <a:off x="2674856" y="3707142"/>
              <a:ext cx="321276" cy="749706"/>
              <a:chOff x="2125362" y="5257799"/>
              <a:chExt cx="321276" cy="914400"/>
            </a:xfrm>
          </p:grpSpPr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3CFB96DA-56F7-F15A-0BDA-2D23D2DD860B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AA54B01E-3D63-854F-CE07-1E51B93727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D0F0510-8D23-2ADB-DFFA-9856A8CC45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496ED33-37A3-7CD9-C295-15C086AB9E8A}"/>
                </a:ext>
              </a:extLst>
            </p:cNvPr>
            <p:cNvGrpSpPr/>
            <p:nvPr/>
          </p:nvGrpSpPr>
          <p:grpSpPr>
            <a:xfrm>
              <a:off x="2140602" y="3921356"/>
              <a:ext cx="640080" cy="640080"/>
              <a:chOff x="4580238" y="1556951"/>
              <a:chExt cx="640080" cy="640080"/>
            </a:xfrm>
          </p:grpSpPr>
          <p:sp>
            <p:nvSpPr>
              <p:cNvPr id="67" name="Pie 66">
                <a:extLst>
                  <a:ext uri="{FF2B5EF4-FFF2-40B4-BE49-F238E27FC236}">
                    <a16:creationId xmlns:a16="http://schemas.microsoft.com/office/drawing/2014/main" id="{8197EF63-2D0C-FFE9-3448-28DB36AAC747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DE042C74-839F-02A1-9017-CAE9A73096BB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5B7C988-5442-7231-713E-74339AA745B1}"/>
                </a:ext>
              </a:extLst>
            </p:cNvPr>
            <p:cNvGrpSpPr/>
            <p:nvPr/>
          </p:nvGrpSpPr>
          <p:grpSpPr>
            <a:xfrm rot="5400000">
              <a:off x="2429918" y="3378490"/>
              <a:ext cx="640080" cy="640080"/>
              <a:chOff x="4580238" y="1556951"/>
              <a:chExt cx="640080" cy="640080"/>
            </a:xfrm>
          </p:grpSpPr>
          <p:sp>
            <p:nvSpPr>
              <p:cNvPr id="70" name="Pie 69">
                <a:extLst>
                  <a:ext uri="{FF2B5EF4-FFF2-40B4-BE49-F238E27FC236}">
                    <a16:creationId xmlns:a16="http://schemas.microsoft.com/office/drawing/2014/main" id="{5BC8130E-2D85-A818-D904-D1FEF661D8B8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8A381CD5-10F8-168D-CE8A-BD353ACDCE52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F0F4367E-6F5F-5A6D-3808-2A8B795B09E9}"/>
                </a:ext>
              </a:extLst>
            </p:cNvPr>
            <p:cNvGrpSpPr/>
            <p:nvPr/>
          </p:nvGrpSpPr>
          <p:grpSpPr>
            <a:xfrm>
              <a:off x="2748722" y="3686180"/>
              <a:ext cx="321276" cy="966782"/>
              <a:chOff x="2125362" y="5257799"/>
              <a:chExt cx="321276" cy="91440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6EE3B76-1538-23F7-F1B3-82BEEA14261E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4706A67-8D93-BD59-F4BF-9E5ACC4150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8B56307-5664-3993-D190-EBA5E7FF80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E0E8259-6468-923E-41FC-AF0FBD28AFD2}"/>
                </a:ext>
              </a:extLst>
            </p:cNvPr>
            <p:cNvGrpSpPr/>
            <p:nvPr/>
          </p:nvGrpSpPr>
          <p:grpSpPr>
            <a:xfrm rot="5400000">
              <a:off x="2444043" y="3395087"/>
              <a:ext cx="321276" cy="288081"/>
              <a:chOff x="2125362" y="5257799"/>
              <a:chExt cx="321276" cy="9144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F20CA37-2986-6FF6-D2FD-CEA4D9823134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5C893EF-39F0-33B9-81C2-670E7A77DC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1C249A8-12A0-B938-0333-23A6374ABF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FB3AD7E-149D-5907-B82E-4F99053CF767}"/>
                </a:ext>
              </a:extLst>
            </p:cNvPr>
            <p:cNvGrpSpPr/>
            <p:nvPr/>
          </p:nvGrpSpPr>
          <p:grpSpPr>
            <a:xfrm rot="16200000">
              <a:off x="2143548" y="3059686"/>
              <a:ext cx="640080" cy="640080"/>
              <a:chOff x="4580238" y="1556951"/>
              <a:chExt cx="640080" cy="640080"/>
            </a:xfrm>
          </p:grpSpPr>
          <p:sp>
            <p:nvSpPr>
              <p:cNvPr id="135" name="Pie 134">
                <a:extLst>
                  <a:ext uri="{FF2B5EF4-FFF2-40B4-BE49-F238E27FC236}">
                    <a16:creationId xmlns:a16="http://schemas.microsoft.com/office/drawing/2014/main" id="{C0844EE5-44C2-FAED-A6EA-7B2185AF5E2F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Arc 138">
                <a:extLst>
                  <a:ext uri="{FF2B5EF4-FFF2-40B4-BE49-F238E27FC236}">
                    <a16:creationId xmlns:a16="http://schemas.microsoft.com/office/drawing/2014/main" id="{16B4E958-F44F-EEBE-ACE7-9E0FE8FA3F4A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4722112-8669-0541-F1D6-9C86E05F6A01}"/>
                </a:ext>
              </a:extLst>
            </p:cNvPr>
            <p:cNvGrpSpPr/>
            <p:nvPr/>
          </p:nvGrpSpPr>
          <p:grpSpPr>
            <a:xfrm>
              <a:off x="2140602" y="4240160"/>
              <a:ext cx="321276" cy="412802"/>
              <a:chOff x="2125362" y="5257799"/>
              <a:chExt cx="321276" cy="914400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137EFC06-D07A-5B36-CF35-3A2838DE945E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C17821BB-DB66-5219-3726-8CF6AAC792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DFAB42E7-9BE0-714D-A083-CCD86FFDD0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BBA6D301-8887-EB10-C9A4-EBD48AB60BB3}"/>
                </a:ext>
              </a:extLst>
            </p:cNvPr>
            <p:cNvGrpSpPr/>
            <p:nvPr/>
          </p:nvGrpSpPr>
          <p:grpSpPr>
            <a:xfrm rot="5400000">
              <a:off x="5541812" y="2977968"/>
              <a:ext cx="321276" cy="2208051"/>
              <a:chOff x="2125362" y="5257799"/>
              <a:chExt cx="321276" cy="914400"/>
            </a:xfrm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8EDB6CEE-DC21-F1B6-1D07-648E2392FCC9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0E78E12E-54C5-F5FB-D50D-DA7E6C6F64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B6019414-6794-D21F-DF3E-AD68D22BC5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6272F511-427E-F321-3B85-1C297640AB05}"/>
                </a:ext>
              </a:extLst>
            </p:cNvPr>
            <p:cNvGrpSpPr/>
            <p:nvPr/>
          </p:nvGrpSpPr>
          <p:grpSpPr>
            <a:xfrm>
              <a:off x="6806475" y="4240158"/>
              <a:ext cx="321276" cy="412803"/>
              <a:chOff x="2125362" y="5257799"/>
              <a:chExt cx="321276" cy="914400"/>
            </a:xfrm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6C82F6F-A48F-9C04-A781-0BC4877DAF76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86C93DB3-86F4-2C9A-0EBD-6AEB3559A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C54AC5CD-083E-4B93-6F12-689DF2F8AC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1402C581-A146-D180-67C0-CA0712AC4E3C}"/>
                </a:ext>
              </a:extLst>
            </p:cNvPr>
            <p:cNvGrpSpPr/>
            <p:nvPr/>
          </p:nvGrpSpPr>
          <p:grpSpPr>
            <a:xfrm>
              <a:off x="5977184" y="3697294"/>
              <a:ext cx="321276" cy="955668"/>
              <a:chOff x="2125362" y="5257799"/>
              <a:chExt cx="321276" cy="914400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775813A2-3115-28A7-1B2F-6685B7B416C6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4445C397-E946-3AEF-E6B1-996FA35033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4CDD59BB-4967-1431-3371-4EC01F420A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E4B99C7C-FD7F-4183-6933-344AF850FE09}"/>
                </a:ext>
              </a:extLst>
            </p:cNvPr>
            <p:cNvGrpSpPr/>
            <p:nvPr/>
          </p:nvGrpSpPr>
          <p:grpSpPr>
            <a:xfrm rot="16200000">
              <a:off x="4277148" y="3602552"/>
              <a:ext cx="640080" cy="640080"/>
              <a:chOff x="4580238" y="1556951"/>
              <a:chExt cx="640080" cy="640080"/>
            </a:xfrm>
          </p:grpSpPr>
          <p:sp>
            <p:nvSpPr>
              <p:cNvPr id="204" name="Pie 203">
                <a:extLst>
                  <a:ext uri="{FF2B5EF4-FFF2-40B4-BE49-F238E27FC236}">
                    <a16:creationId xmlns:a16="http://schemas.microsoft.com/office/drawing/2014/main" id="{D0EDC643-8B98-836D-D2FB-6E42AFBDD645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Arc 204">
                <a:extLst>
                  <a:ext uri="{FF2B5EF4-FFF2-40B4-BE49-F238E27FC236}">
                    <a16:creationId xmlns:a16="http://schemas.microsoft.com/office/drawing/2014/main" id="{5149B049-B8A2-8C9E-80F5-4F4AA19AF936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CC2D218D-5AC0-2FC8-6445-02CC934EC001}"/>
                </a:ext>
              </a:extLst>
            </p:cNvPr>
            <p:cNvGrpSpPr/>
            <p:nvPr/>
          </p:nvGrpSpPr>
          <p:grpSpPr>
            <a:xfrm>
              <a:off x="5977184" y="3378490"/>
              <a:ext cx="640080" cy="640080"/>
              <a:chOff x="4580238" y="1556951"/>
              <a:chExt cx="640080" cy="640080"/>
            </a:xfrm>
          </p:grpSpPr>
          <p:sp>
            <p:nvSpPr>
              <p:cNvPr id="207" name="Pie 206">
                <a:extLst>
                  <a:ext uri="{FF2B5EF4-FFF2-40B4-BE49-F238E27FC236}">
                    <a16:creationId xmlns:a16="http://schemas.microsoft.com/office/drawing/2014/main" id="{2E63723C-80F7-10C9-4F80-10C57E2EDB59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Arc 207">
                <a:extLst>
                  <a:ext uri="{FF2B5EF4-FFF2-40B4-BE49-F238E27FC236}">
                    <a16:creationId xmlns:a16="http://schemas.microsoft.com/office/drawing/2014/main" id="{5ABA78C9-89E7-665C-0BDF-5733D2DE598C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214BF225-0C27-5CD7-BBDC-D8FEEDBD33B6}"/>
                </a:ext>
              </a:extLst>
            </p:cNvPr>
            <p:cNvGrpSpPr/>
            <p:nvPr/>
          </p:nvGrpSpPr>
          <p:grpSpPr>
            <a:xfrm rot="5400000">
              <a:off x="6487671" y="3921355"/>
              <a:ext cx="640080" cy="640080"/>
              <a:chOff x="4580238" y="1556951"/>
              <a:chExt cx="640080" cy="640080"/>
            </a:xfrm>
          </p:grpSpPr>
          <p:sp>
            <p:nvSpPr>
              <p:cNvPr id="210" name="Pie 209">
                <a:extLst>
                  <a:ext uri="{FF2B5EF4-FFF2-40B4-BE49-F238E27FC236}">
                    <a16:creationId xmlns:a16="http://schemas.microsoft.com/office/drawing/2014/main" id="{45367322-B006-FEAD-AA9D-F4434DF3CDC8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5BC494FF-BED1-3066-AB45-6540580BAD59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1C83813A-1239-5F07-2D2C-990C0644F90B}"/>
                </a:ext>
              </a:extLst>
            </p:cNvPr>
            <p:cNvGrpSpPr/>
            <p:nvPr/>
          </p:nvGrpSpPr>
          <p:grpSpPr>
            <a:xfrm rot="10800000">
              <a:off x="6091944" y="3059686"/>
              <a:ext cx="640080" cy="640080"/>
              <a:chOff x="4580238" y="1556951"/>
              <a:chExt cx="640080" cy="640080"/>
            </a:xfrm>
          </p:grpSpPr>
          <p:sp>
            <p:nvSpPr>
              <p:cNvPr id="164" name="Pie 163">
                <a:extLst>
                  <a:ext uri="{FF2B5EF4-FFF2-40B4-BE49-F238E27FC236}">
                    <a16:creationId xmlns:a16="http://schemas.microsoft.com/office/drawing/2014/main" id="{324F6F51-7523-149C-2BDD-6F6A90E25ED8}"/>
                  </a:ext>
                </a:extLst>
              </p:cNvPr>
              <p:cNvSpPr/>
              <p:nvPr/>
            </p:nvSpPr>
            <p:spPr>
              <a:xfrm>
                <a:off x="4580238" y="1556951"/>
                <a:ext cx="640080" cy="640080"/>
              </a:xfrm>
              <a:prstGeom prst="pie">
                <a:avLst>
                  <a:gd name="adj1" fmla="val 10766169"/>
                  <a:gd name="adj2" fmla="val 1620000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Arc 164">
                <a:extLst>
                  <a:ext uri="{FF2B5EF4-FFF2-40B4-BE49-F238E27FC236}">
                    <a16:creationId xmlns:a16="http://schemas.microsoft.com/office/drawing/2014/main" id="{599B72BA-8D37-65DE-AEB8-9D67801185A6}"/>
                  </a:ext>
                </a:extLst>
              </p:cNvPr>
              <p:cNvSpPr/>
              <p:nvPr/>
            </p:nvSpPr>
            <p:spPr>
              <a:xfrm flipH="1">
                <a:off x="4580238" y="1556951"/>
                <a:ext cx="640080" cy="640080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4F4D069-0001-F2F4-6B63-06F7D8AFAB77}"/>
                </a:ext>
              </a:extLst>
            </p:cNvPr>
            <p:cNvGrpSpPr/>
            <p:nvPr/>
          </p:nvGrpSpPr>
          <p:grpSpPr>
            <a:xfrm>
              <a:off x="6410748" y="2687001"/>
              <a:ext cx="321276" cy="691489"/>
              <a:chOff x="2125362" y="5257799"/>
              <a:chExt cx="321276" cy="9144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AF3428E-30A7-DE21-AAC2-21F6ECECC752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C5EAEA3-322A-4706-DA7F-40ACAFDFCF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C3CCF15-3977-8198-3A2C-6A00E51CC4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B09CC00-EF14-5CF1-F399-A2F3FF7AA2B7}"/>
                </a:ext>
              </a:extLst>
            </p:cNvPr>
            <p:cNvGrpSpPr/>
            <p:nvPr/>
          </p:nvGrpSpPr>
          <p:grpSpPr>
            <a:xfrm rot="5400000">
              <a:off x="6193348" y="3482366"/>
              <a:ext cx="321276" cy="113524"/>
              <a:chOff x="2125362" y="5257799"/>
              <a:chExt cx="321276" cy="914400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15C4A313-3DD8-669E-0FE5-AE3BD352C2AF}"/>
                  </a:ext>
                </a:extLst>
              </p:cNvPr>
              <p:cNvSpPr/>
              <p:nvPr/>
            </p:nvSpPr>
            <p:spPr>
              <a:xfrm>
                <a:off x="2125362" y="5257799"/>
                <a:ext cx="321276" cy="9144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D6D6B21D-C9A6-CE17-7167-CF83A02482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638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AD151162-1DEF-6251-FBA7-E02EB85301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5362" y="5257799"/>
                <a:ext cx="0" cy="914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1608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2892</TotalTime>
  <Words>1</Words>
  <Application>Microsoft Macintosh PowerPoint</Application>
  <PresentationFormat>On-screen Show (4:3)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Kenneth Moreland</dc:creator>
  <cp:lastModifiedBy>Kenneth Moreland</cp:lastModifiedBy>
  <cp:revision>9</cp:revision>
  <dcterms:created xsi:type="dcterms:W3CDTF">2026-01-13T01:58:30Z</dcterms:created>
  <dcterms:modified xsi:type="dcterms:W3CDTF">2026-01-15T02:11:00Z</dcterms:modified>
</cp:coreProperties>
</file>